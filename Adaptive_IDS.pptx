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359" r:id="rId5"/>
    <p:sldId id="337" r:id="rId6"/>
    <p:sldId id="343" r:id="rId7"/>
    <p:sldId id="372" r:id="rId8"/>
    <p:sldId id="344" r:id="rId9"/>
    <p:sldId id="374" r:id="rId10"/>
    <p:sldId id="378" r:id="rId11"/>
    <p:sldId id="375" r:id="rId12"/>
    <p:sldId id="361" r:id="rId13"/>
    <p:sldId id="364" r:id="rId14"/>
    <p:sldId id="376" r:id="rId15"/>
    <p:sldId id="365" r:id="rId16"/>
    <p:sldId id="377" r:id="rId17"/>
    <p:sldId id="358" r:id="rId18"/>
    <p:sldId id="353" r:id="rId19"/>
    <p:sldId id="354" r:id="rId20"/>
    <p:sldId id="3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69" dt="2026-08-25T05:02:57.801"/>
    <p1510:client id="{250FF88B-6404-023B-42F8-88942FBC8AA4}" v="4" dt="2026-08-24T07:40:49.705"/>
    <p1510:client id="{7DD56652-C149-6CBA-8012-C05B007A93AF}" v="328" dt="2026-08-23T16:35:53.789"/>
    <p1510:client id="{C0269430-6933-92AA-DD08-18DFD5C30EE6}" v="100" dt="2026-08-24T07:59:24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warran S-[CH.SC.U4AIE23061]" userId="S::ch.sc.u4aie23061@ch.students.amrita.edu::55f1378b-2b79-474a-9925-c0555648b82f" providerId="AD" clId="Web-{00000000-0000-0000-0000-000000000000}"/>
    <pc:docChg chg="modSld">
      <pc:chgData name="Vigneshwarran S-[CH.SC.U4AIE23061]" userId="S::ch.sc.u4aie23061@ch.students.amrita.edu::55f1378b-2b79-474a-9925-c0555648b82f" providerId="AD" clId="Web-{00000000-0000-0000-0000-000000000000}" dt="2026-08-25T05:02:57.801" v="347" actId="20577"/>
      <pc:docMkLst>
        <pc:docMk/>
      </pc:docMkLst>
      <pc:sldChg chg="modSp">
        <pc:chgData name="Vigneshwarran S-[CH.SC.U4AIE23061]" userId="S::ch.sc.u4aie23061@ch.students.amrita.edu::55f1378b-2b79-474a-9925-c0555648b82f" providerId="AD" clId="Web-{00000000-0000-0000-0000-000000000000}" dt="2026-08-25T05:00:57.140" v="300" actId="20577"/>
        <pc:sldMkLst>
          <pc:docMk/>
          <pc:sldMk cId="0" sldId="337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4:55:23.753" v="160" actId="1076"/>
          <ac:spMkLst>
            <pc:docMk/>
            <pc:sldMk cId="0" sldId="337"/>
            <ac:spMk id="4" creationId="{05AE1251-E439-AAFD-FA65-3BFE4AA08005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5:00:57.140" v="300" actId="20577"/>
          <ac:spMkLst>
            <pc:docMk/>
            <pc:sldMk cId="0" sldId="337"/>
            <ac:spMk id="5" creationId="{ADA0CAA5-7CAF-A23D-AF55-9AA94FADE0C0}"/>
          </ac:spMkLst>
        </pc:spChg>
      </pc:sldChg>
      <pc:sldChg chg="addSp modSp">
        <pc:chgData name="Vigneshwarran S-[CH.SC.U4AIE23061]" userId="S::ch.sc.u4aie23061@ch.students.amrita.edu::55f1378b-2b79-474a-9925-c0555648b82f" providerId="AD" clId="Web-{00000000-0000-0000-0000-000000000000}" dt="2026-08-25T04:58:57.636" v="246" actId="1076"/>
        <pc:sldMkLst>
          <pc:docMk/>
          <pc:sldMk cId="0" sldId="343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4:55:57.457" v="176" actId="20577"/>
          <ac:spMkLst>
            <pc:docMk/>
            <pc:sldMk cId="0" sldId="343"/>
            <ac:spMk id="4" creationId="{1438E0E5-DFBA-0C18-A63D-E1FD9E9B40D1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8:57.636" v="246" actId="1076"/>
          <ac:spMkLst>
            <pc:docMk/>
            <pc:sldMk cId="0" sldId="343"/>
            <ac:spMk id="10" creationId="{281A968E-5928-2E14-C3D8-7AB0A72EAAEF}"/>
          </ac:spMkLst>
        </pc:spChg>
      </pc:sldChg>
      <pc:sldChg chg="modSp">
        <pc:chgData name="Vigneshwarran S-[CH.SC.U4AIE23061]" userId="S::ch.sc.u4aie23061@ch.students.amrita.edu::55f1378b-2b79-474a-9925-c0555648b82f" providerId="AD" clId="Web-{00000000-0000-0000-0000-000000000000}" dt="2026-08-25T05:01:13.750" v="314" actId="20577"/>
        <pc:sldMkLst>
          <pc:docMk/>
          <pc:sldMk cId="0" sldId="344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5:01:13.750" v="314" actId="20577"/>
          <ac:spMkLst>
            <pc:docMk/>
            <pc:sldMk cId="0" sldId="344"/>
            <ac:spMk id="4" creationId="{CE29A9A2-E18B-21C2-6A83-C449AF613E7A}"/>
          </ac:spMkLst>
        </pc:sp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4:59:21.871" v="248"/>
        <pc:sldMkLst>
          <pc:docMk/>
          <pc:sldMk cId="807449690" sldId="351"/>
        </pc:sldMkLst>
        <pc:spChg chg="del">
          <ac:chgData name="Vigneshwarran S-[CH.SC.U4AIE23061]" userId="S::ch.sc.u4aie23061@ch.students.amrita.edu::55f1378b-2b79-474a-9925-c0555648b82f" providerId="AD" clId="Web-{00000000-0000-0000-0000-000000000000}" dt="2026-08-25T04:57:04.632" v="228"/>
          <ac:spMkLst>
            <pc:docMk/>
            <pc:sldMk cId="807449690" sldId="351"/>
            <ac:spMk id="4" creationId="{F6C328CB-AE82-113D-2BC8-9164B736A0A4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58:10.009" v="241" actId="1076"/>
          <ac:spMkLst>
            <pc:docMk/>
            <pc:sldMk cId="807449690" sldId="351"/>
            <ac:spMk id="8" creationId="{740FE02F-D1C7-4627-DF59-D406535E3ED9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9:11.121" v="247" actId="14100"/>
          <ac:spMkLst>
            <pc:docMk/>
            <pc:sldMk cId="807449690" sldId="351"/>
            <ac:spMk id="10" creationId="{4228961F-51B0-4EE8-CAC6-34CC9B2002A6}"/>
          </ac:spMkLst>
        </pc:sp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9:21.871" v="248"/>
          <ac:graphicFrameMkLst>
            <pc:docMk/>
            <pc:sldMk cId="807449690" sldId="351"/>
            <ac:graphicFrameMk id="5" creationId="{BC3916ED-8C2F-6650-010F-5D3B8F3C3E65}"/>
          </ac:graphicFrameMkLst>
        </pc:graphicFrame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3:02.060" v="148"/>
          <ac:graphicFrameMkLst>
            <pc:docMk/>
            <pc:sldMk cId="807449690" sldId="351"/>
            <ac:graphicFrameMk id="18" creationId="{B9B756BF-BA9E-7395-2BA2-CB792BDCB0E9}"/>
          </ac:graphicFrameMkLst>
        </pc:graphicFrameChg>
      </pc:sldChg>
      <pc:sldChg chg="modSp">
        <pc:chgData name="Vigneshwarran S-[CH.SC.U4AIE23061]" userId="S::ch.sc.u4aie23061@ch.students.amrita.edu::55f1378b-2b79-474a-9925-c0555648b82f" providerId="AD" clId="Web-{00000000-0000-0000-0000-000000000000}" dt="2026-08-25T05:00:36.702" v="275" actId="20577"/>
        <pc:sldMkLst>
          <pc:docMk/>
          <pc:sldMk cId="366298616" sldId="352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5:00:36.702" v="275" actId="20577"/>
          <ac:spMkLst>
            <pc:docMk/>
            <pc:sldMk cId="366298616" sldId="352"/>
            <ac:spMk id="4" creationId="{5A9E42F7-D7A3-26D8-685C-5468C6188EEB}"/>
          </ac:spMkLst>
        </pc:spChg>
      </pc:sldChg>
      <pc:sldChg chg="modSp">
        <pc:chgData name="Vigneshwarran S-[CH.SC.U4AIE23061]" userId="S::ch.sc.u4aie23061@ch.students.amrita.edu::55f1378b-2b79-474a-9925-c0555648b82f" providerId="AD" clId="Web-{00000000-0000-0000-0000-000000000000}" dt="2026-08-25T05:02:41.988" v="343" actId="20577"/>
        <pc:sldMkLst>
          <pc:docMk/>
          <pc:sldMk cId="2690588592" sldId="353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5:02:41.988" v="343" actId="20577"/>
          <ac:spMkLst>
            <pc:docMk/>
            <pc:sldMk cId="2690588592" sldId="353"/>
            <ac:spMk id="10" creationId="{25518242-B20F-923C-E74D-C05BECD301AA}"/>
          </ac:spMkLst>
        </pc:spChg>
      </pc:sldChg>
      <pc:sldChg chg="modSp">
        <pc:chgData name="Vigneshwarran S-[CH.SC.U4AIE23061]" userId="S::ch.sc.u4aie23061@ch.students.amrita.edu::55f1378b-2b79-474a-9925-c0555648b82f" providerId="AD" clId="Web-{00000000-0000-0000-0000-000000000000}" dt="2026-08-25T05:02:51.067" v="345" actId="20577"/>
        <pc:sldMkLst>
          <pc:docMk/>
          <pc:sldMk cId="164389971" sldId="354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5:02:51.067" v="345" actId="20577"/>
          <ac:spMkLst>
            <pc:docMk/>
            <pc:sldMk cId="164389971" sldId="354"/>
            <ac:spMk id="9" creationId="{EA2A82CE-1F5E-72B4-BA01-0B65BF94A267}"/>
          </ac:spMkLst>
        </pc:sp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4:59:41.669" v="250"/>
        <pc:sldMkLst>
          <pc:docMk/>
          <pc:sldMk cId="611153800" sldId="355"/>
        </pc:sldMkLst>
        <pc:spChg chg="del">
          <ac:chgData name="Vigneshwarran S-[CH.SC.U4AIE23061]" userId="S::ch.sc.u4aie23061@ch.students.amrita.edu::55f1378b-2b79-474a-9925-c0555648b82f" providerId="AD" clId="Web-{00000000-0000-0000-0000-000000000000}" dt="2026-08-25T04:59:40.575" v="249"/>
          <ac:spMkLst>
            <pc:docMk/>
            <pc:sldMk cId="611153800" sldId="355"/>
            <ac:spMk id="4" creationId="{CF6226C6-C9B5-8D46-B568-7BBEF6C94C0E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58:14.916" v="242" actId="1076"/>
          <ac:spMkLst>
            <pc:docMk/>
            <pc:sldMk cId="611153800" sldId="355"/>
            <ac:spMk id="8" creationId="{BE59B9CD-054A-DE16-26EA-B5A435285064}"/>
          </ac:spMkLst>
        </pc:spChg>
        <pc:spChg chg="add">
          <ac:chgData name="Vigneshwarran S-[CH.SC.U4AIE23061]" userId="S::ch.sc.u4aie23061@ch.students.amrita.edu::55f1378b-2b79-474a-9925-c0555648b82f" providerId="AD" clId="Web-{00000000-0000-0000-0000-000000000000}" dt="2026-08-25T04:59:41.669" v="250"/>
          <ac:spMkLst>
            <pc:docMk/>
            <pc:sldMk cId="611153800" sldId="355"/>
            <ac:spMk id="10" creationId="{5E3AD571-C0DA-F344-35B1-A58991C71C4E}"/>
          </ac:spMkLst>
        </pc:sp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3:50.734" v="153"/>
          <ac:graphicFrameMkLst>
            <pc:docMk/>
            <pc:sldMk cId="611153800" sldId="355"/>
            <ac:graphicFrameMk id="5" creationId="{4B27721B-6BF8-B4AD-3A65-9BDD60FFAC32}"/>
          </ac:graphicFrameMkLst>
        </pc:graphicFrame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4:59:49.185" v="253" actId="14100"/>
        <pc:sldMkLst>
          <pc:docMk/>
          <pc:sldMk cId="768916775" sldId="356"/>
        </pc:sldMkLst>
        <pc:spChg chg="del">
          <ac:chgData name="Vigneshwarran S-[CH.SC.U4AIE23061]" userId="S::ch.sc.u4aie23061@ch.students.amrita.edu::55f1378b-2b79-474a-9925-c0555648b82f" providerId="AD" clId="Web-{00000000-0000-0000-0000-000000000000}" dt="2026-08-25T04:59:45.982" v="251"/>
          <ac:spMkLst>
            <pc:docMk/>
            <pc:sldMk cId="768916775" sldId="356"/>
            <ac:spMk id="4" creationId="{5CF6F501-6E6A-68EB-A17C-D4EE9DD24DF7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9:49.185" v="253" actId="14100"/>
          <ac:spMkLst>
            <pc:docMk/>
            <pc:sldMk cId="768916775" sldId="356"/>
            <ac:spMk id="11" creationId="{1D71944C-3F83-C506-A754-98804E4D00ED}"/>
          </ac:spMkLst>
        </pc:sp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2:20.793" v="114"/>
          <ac:graphicFrameMkLst>
            <pc:docMk/>
            <pc:sldMk cId="768916775" sldId="356"/>
            <ac:graphicFrameMk id="5" creationId="{06626901-0065-52D3-9DAD-09146C1DE3E4}"/>
          </ac:graphicFrameMkLst>
        </pc:graphicFrame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2:27.340" v="116"/>
          <ac:graphicFrameMkLst>
            <pc:docMk/>
            <pc:sldMk cId="768916775" sldId="356"/>
            <ac:graphicFrameMk id="10" creationId="{D2BAFFCD-B984-BF6F-2958-126F26FF7CBE}"/>
          </ac:graphicFrameMkLst>
        </pc:graphicFrameChg>
      </pc:sldChg>
      <pc:sldChg chg="modSp">
        <pc:chgData name="Vigneshwarran S-[CH.SC.U4AIE23061]" userId="S::ch.sc.u4aie23061@ch.students.amrita.edu::55f1378b-2b79-474a-9925-c0555648b82f" providerId="AD" clId="Web-{00000000-0000-0000-0000-000000000000}" dt="2026-08-25T05:02:23.456" v="340" actId="20577"/>
        <pc:sldMkLst>
          <pc:docMk/>
          <pc:sldMk cId="1907821363" sldId="358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5:02:23.456" v="340" actId="20577"/>
          <ac:spMkLst>
            <pc:docMk/>
            <pc:sldMk cId="1907821363" sldId="358"/>
            <ac:spMk id="4" creationId="{4D732EE4-6B75-B74C-0A8B-82BE5918EAAC}"/>
          </ac:spMkLst>
        </pc:spChg>
      </pc:sldChg>
      <pc:sldChg chg="addSp modSp">
        <pc:chgData name="Vigneshwarran S-[CH.SC.U4AIE23061]" userId="S::ch.sc.u4aie23061@ch.students.amrita.edu::55f1378b-2b79-474a-9925-c0555648b82f" providerId="AD" clId="Web-{00000000-0000-0000-0000-000000000000}" dt="2026-08-25T04:58:53.042" v="245" actId="1076"/>
        <pc:sldMkLst>
          <pc:docMk/>
          <pc:sldMk cId="2067123648" sldId="360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4:56:08.426" v="188" actId="20577"/>
          <ac:spMkLst>
            <pc:docMk/>
            <pc:sldMk cId="2067123648" sldId="360"/>
            <ac:spMk id="4" creationId="{6339CE33-BACB-8227-905D-A0EC9D36B8C4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8:53.042" v="245" actId="1076"/>
          <ac:spMkLst>
            <pc:docMk/>
            <pc:sldMk cId="2067123648" sldId="360"/>
            <ac:spMk id="10" creationId="{E47BEC1E-2C48-A5B1-5127-BF021ECFE9A2}"/>
          </ac:spMkLst>
        </pc:sp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3:31.280" v="150"/>
          <ac:graphicFrameMkLst>
            <pc:docMk/>
            <pc:sldMk cId="2067123648" sldId="360"/>
            <ac:graphicFrameMk id="5" creationId="{9C254C63-5150-05FF-A020-74C890F03D9F}"/>
          </ac:graphicFrameMkLst>
        </pc:graphicFrame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4:57:55.837" v="238" actId="1076"/>
        <pc:sldMkLst>
          <pc:docMk/>
          <pc:sldMk cId="2476966526" sldId="361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4:57:30.992" v="234" actId="14100"/>
          <ac:spMkLst>
            <pc:docMk/>
            <pc:sldMk cId="2476966526" sldId="361"/>
            <ac:spMk id="4" creationId="{31934E49-008F-EF2E-5F6F-A75102EAB4B9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7:55.837" v="238" actId="1076"/>
          <ac:spMkLst>
            <pc:docMk/>
            <pc:sldMk cId="2476966526" sldId="361"/>
            <ac:spMk id="6" creationId="{0DC33ED2-0AD8-BEAC-CDA4-591721824C93}"/>
          </ac:spMkLst>
        </pc:spChg>
        <pc:graphicFrameChg chg="del">
          <ac:chgData name="Vigneshwarran S-[CH.SC.U4AIE23061]" userId="S::ch.sc.u4aie23061@ch.students.amrita.edu::55f1378b-2b79-474a-9925-c0555648b82f" providerId="AD" clId="Web-{00000000-0000-0000-0000-000000000000}" dt="2026-08-25T04:56:30.818" v="189"/>
          <ac:graphicFrameMkLst>
            <pc:docMk/>
            <pc:sldMk cId="2476966526" sldId="361"/>
            <ac:graphicFrameMk id="16" creationId="{119E9B11-4F5C-00FD-C79E-0A83827E9703}"/>
          </ac:graphicFrameMkLst>
        </pc:graphicFrame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4:59:54.810" v="256" actId="14100"/>
        <pc:sldMkLst>
          <pc:docMk/>
          <pc:sldMk cId="3160975658" sldId="362"/>
        </pc:sldMkLst>
        <pc:spChg chg="del">
          <ac:chgData name="Vigneshwarran S-[CH.SC.U4AIE23061]" userId="S::ch.sc.u4aie23061@ch.students.amrita.edu::55f1378b-2b79-474a-9925-c0555648b82f" providerId="AD" clId="Web-{00000000-0000-0000-0000-000000000000}" dt="2026-08-25T04:59:52.247" v="254"/>
          <ac:spMkLst>
            <pc:docMk/>
            <pc:sldMk cId="3160975658" sldId="362"/>
            <ac:spMk id="4" creationId="{DA50DFB2-A58F-D7F0-D7A5-1F72D87227D2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9:54.810" v="256" actId="14100"/>
          <ac:spMkLst>
            <pc:docMk/>
            <pc:sldMk cId="3160975658" sldId="362"/>
            <ac:spMk id="11" creationId="{E966C352-FA0A-8353-F7AA-5BA9B9A3D134}"/>
          </ac:spMkLst>
        </pc:sp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1:35.744" v="85"/>
          <ac:graphicFrameMkLst>
            <pc:docMk/>
            <pc:sldMk cId="3160975658" sldId="362"/>
            <ac:graphicFrameMk id="5" creationId="{C50D8DD2-F6B4-E9E9-DD55-5F607F26F7AF}"/>
          </ac:graphicFrameMkLst>
        </pc:graphicFrame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1:43.604" v="87"/>
          <ac:graphicFrameMkLst>
            <pc:docMk/>
            <pc:sldMk cId="3160975658" sldId="362"/>
            <ac:graphicFrameMk id="10" creationId="{ECD34CF0-9FF4-1739-E25B-4AA1C3D0CBCE}"/>
          </ac:graphicFrameMkLst>
        </pc:graphicFrame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5:00:01.123" v="259" actId="14100"/>
        <pc:sldMkLst>
          <pc:docMk/>
          <pc:sldMk cId="1803341572" sldId="363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4:49:30.517" v="30"/>
          <ac:spMkLst>
            <pc:docMk/>
            <pc:sldMk cId="1803341572" sldId="363"/>
            <ac:spMk id="2" creationId="{A5F113D0-DD46-42AA-36E8-0D1CD4E5B27D}"/>
          </ac:spMkLst>
        </pc:spChg>
        <pc:spChg chg="del mod">
          <ac:chgData name="Vigneshwarran S-[CH.SC.U4AIE23061]" userId="S::ch.sc.u4aie23061@ch.students.amrita.edu::55f1378b-2b79-474a-9925-c0555648b82f" providerId="AD" clId="Web-{00000000-0000-0000-0000-000000000000}" dt="2026-08-25T04:59:57.716" v="257"/>
          <ac:spMkLst>
            <pc:docMk/>
            <pc:sldMk cId="1803341572" sldId="363"/>
            <ac:spMk id="4" creationId="{9A056A24-598C-E035-173D-E002E39BFD37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49:30.532" v="31"/>
          <ac:spMkLst>
            <pc:docMk/>
            <pc:sldMk cId="1803341572" sldId="363"/>
            <ac:spMk id="6" creationId="{5CA2F249-02F2-370E-9F27-80A474BDE67C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49:30.532" v="32"/>
          <ac:spMkLst>
            <pc:docMk/>
            <pc:sldMk cId="1803341572" sldId="363"/>
            <ac:spMk id="8" creationId="{A2DC977A-E8D5-7F7F-E056-0CF96D6989EA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5:00:01.123" v="259" actId="14100"/>
          <ac:spMkLst>
            <pc:docMk/>
            <pc:sldMk cId="1803341572" sldId="363"/>
            <ac:spMk id="11" creationId="{C273E065-CBFE-9510-0A53-990267DCD188}"/>
          </ac:spMkLst>
        </pc:sp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49:48.689" v="48"/>
          <ac:graphicFrameMkLst>
            <pc:docMk/>
            <pc:sldMk cId="1803341572" sldId="363"/>
            <ac:graphicFrameMk id="5" creationId="{1B657474-3AED-2C24-6B1E-103551B6581D}"/>
          </ac:graphicFrameMkLst>
        </pc:graphicFrame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0:10.381" v="50"/>
          <ac:graphicFrameMkLst>
            <pc:docMk/>
            <pc:sldMk cId="1803341572" sldId="363"/>
            <ac:graphicFrameMk id="10" creationId="{ED5D5384-9A42-E0D8-9435-402603C4B1EE}"/>
          </ac:graphicFrameMkLst>
        </pc:graphicFrame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0:18.491" v="52"/>
          <ac:graphicFrameMkLst>
            <pc:docMk/>
            <pc:sldMk cId="1803341572" sldId="363"/>
            <ac:graphicFrameMk id="14" creationId="{3D0DF930-BD8B-37E3-D261-E7E2A215FA3B}"/>
          </ac:graphicFrameMkLst>
        </pc:graphicFrameChg>
      </pc:sldChg>
      <pc:sldChg chg="addSp modSp">
        <pc:chgData name="Vigneshwarran S-[CH.SC.U4AIE23061]" userId="S::ch.sc.u4aie23061@ch.students.amrita.edu::55f1378b-2b79-474a-9925-c0555648b82f" providerId="AD" clId="Web-{00000000-0000-0000-0000-000000000000}" dt="2026-08-25T04:58:00.931" v="239" actId="1076"/>
        <pc:sldMkLst>
          <pc:docMk/>
          <pc:sldMk cId="3092987885" sldId="364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4:57:25.304" v="233" actId="14100"/>
          <ac:spMkLst>
            <pc:docMk/>
            <pc:sldMk cId="3092987885" sldId="364"/>
            <ac:spMk id="4" creationId="{E7B40D57-F564-603A-6064-F97C6139F46C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8:00.931" v="239" actId="1076"/>
          <ac:spMkLst>
            <pc:docMk/>
            <pc:sldMk cId="3092987885" sldId="364"/>
            <ac:spMk id="6" creationId="{DD3ECE24-248F-2D11-AB28-7C2935A9AF90}"/>
          </ac:spMkLst>
        </pc:sp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4:58:05.150" v="240" actId="1076"/>
        <pc:sldMkLst>
          <pc:docMk/>
          <pc:sldMk cId="3740334905" sldId="365"/>
        </pc:sldMkLst>
        <pc:spChg chg="del">
          <ac:chgData name="Vigneshwarran S-[CH.SC.U4AIE23061]" userId="S::ch.sc.u4aie23061@ch.students.amrita.edu::55f1378b-2b79-474a-9925-c0555648b82f" providerId="AD" clId="Web-{00000000-0000-0000-0000-000000000000}" dt="2026-08-25T04:57:00.772" v="226"/>
          <ac:spMkLst>
            <pc:docMk/>
            <pc:sldMk cId="3740334905" sldId="365"/>
            <ac:spMk id="4" creationId="{4221F2A5-34EE-B53F-BD46-4B4648EE4928}"/>
          </ac:spMkLst>
        </pc:spChg>
        <pc:spChg chg="add">
          <ac:chgData name="Vigneshwarran S-[CH.SC.U4AIE23061]" userId="S::ch.sc.u4aie23061@ch.students.amrita.edu::55f1378b-2b79-474a-9925-c0555648b82f" providerId="AD" clId="Web-{00000000-0000-0000-0000-000000000000}" dt="2026-08-25T04:57:01.210" v="227"/>
          <ac:spMkLst>
            <pc:docMk/>
            <pc:sldMk cId="3740334905" sldId="365"/>
            <ac:spMk id="6" creationId="{C00697F6-8BCB-B025-93FB-40886F308F03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4:58:05.150" v="240" actId="1076"/>
          <ac:spMkLst>
            <pc:docMk/>
            <pc:sldMk cId="3740334905" sldId="365"/>
            <ac:spMk id="9" creationId="{BB98740B-833F-814A-0843-6904B4E15A79}"/>
          </ac:spMkLst>
        </pc:sp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5:00:19.436" v="263"/>
        <pc:sldMkLst>
          <pc:docMk/>
          <pc:sldMk cId="762816468" sldId="367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4:49:15.173" v="26"/>
          <ac:spMkLst>
            <pc:docMk/>
            <pc:sldMk cId="762816468" sldId="367"/>
            <ac:spMk id="2" creationId="{A58C3C83-C3B9-EF9C-FDDB-4AA261CAA814}"/>
          </ac:spMkLst>
        </pc:spChg>
        <pc:spChg chg="del mod">
          <ac:chgData name="Vigneshwarran S-[CH.SC.U4AIE23061]" userId="S::ch.sc.u4aie23061@ch.students.amrita.edu::55f1378b-2b79-474a-9925-c0555648b82f" providerId="AD" clId="Web-{00000000-0000-0000-0000-000000000000}" dt="2026-08-25T05:00:12.795" v="260"/>
          <ac:spMkLst>
            <pc:docMk/>
            <pc:sldMk cId="762816468" sldId="367"/>
            <ac:spMk id="4" creationId="{07D854FE-14D4-CFDB-19BA-BC9E48BB7175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49:15.173" v="27"/>
          <ac:spMkLst>
            <pc:docMk/>
            <pc:sldMk cId="762816468" sldId="367"/>
            <ac:spMk id="6" creationId="{03D94526-AD0A-07F6-93A6-0449E4E71373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49:15.173" v="28"/>
          <ac:spMkLst>
            <pc:docMk/>
            <pc:sldMk cId="762816468" sldId="367"/>
            <ac:spMk id="8" creationId="{4AD78392-4389-63D7-3418-DFB621B546A4}"/>
          </ac:spMkLst>
        </pc:spChg>
        <pc:spChg chg="add mod">
          <ac:chgData name="Vigneshwarran S-[CH.SC.U4AIE23061]" userId="S::ch.sc.u4aie23061@ch.students.amrita.edu::55f1378b-2b79-474a-9925-c0555648b82f" providerId="AD" clId="Web-{00000000-0000-0000-0000-000000000000}" dt="2026-08-25T05:00:16.311" v="262" actId="14100"/>
          <ac:spMkLst>
            <pc:docMk/>
            <pc:sldMk cId="762816468" sldId="367"/>
            <ac:spMk id="11" creationId="{2209AE55-327D-24AF-34A6-5036C60250E1}"/>
          </ac:spMkLst>
        </pc:sp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5:00:19.436" v="263"/>
          <ac:graphicFrameMkLst>
            <pc:docMk/>
            <pc:sldMk cId="762816468" sldId="367"/>
            <ac:graphicFrameMk id="5" creationId="{A30C4B7A-246B-FDAA-1B5A-D30E9024A873}"/>
          </ac:graphicFrameMkLst>
        </pc:graphicFrame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0:35.757" v="54"/>
          <ac:graphicFrameMkLst>
            <pc:docMk/>
            <pc:sldMk cId="762816468" sldId="367"/>
            <ac:graphicFrameMk id="10" creationId="{00BB2B95-32BF-1776-AA6F-75A41B544A8A}"/>
          </ac:graphicFrameMkLst>
        </pc:graphicFrameChg>
        <pc:graphicFrameChg chg="mod modGraphic">
          <ac:chgData name="Vigneshwarran S-[CH.SC.U4AIE23061]" userId="S::ch.sc.u4aie23061@ch.students.amrita.edu::55f1378b-2b79-474a-9925-c0555648b82f" providerId="AD" clId="Web-{00000000-0000-0000-0000-000000000000}" dt="2026-08-25T04:51:14.118" v="66"/>
          <ac:graphicFrameMkLst>
            <pc:docMk/>
            <pc:sldMk cId="762816468" sldId="367"/>
            <ac:graphicFrameMk id="14" creationId="{F8E1184D-347A-A73D-F5B2-7CD1893C0A08}"/>
          </ac:graphicFrameMkLst>
        </pc:graphicFrameChg>
      </pc:sldChg>
      <pc:sldChg chg="modSp">
        <pc:chgData name="Vigneshwarran S-[CH.SC.U4AIE23061]" userId="S::ch.sc.u4aie23061@ch.students.amrita.edu::55f1378b-2b79-474a-9925-c0555648b82f" providerId="AD" clId="Web-{00000000-0000-0000-0000-000000000000}" dt="2026-08-25T05:02:57.801" v="347" actId="20577"/>
        <pc:sldMkLst>
          <pc:docMk/>
          <pc:sldMk cId="605070130" sldId="369"/>
        </pc:sldMkLst>
        <pc:spChg chg="mod">
          <ac:chgData name="Vigneshwarran S-[CH.SC.U4AIE23061]" userId="S::ch.sc.u4aie23061@ch.students.amrita.edu::55f1378b-2b79-474a-9925-c0555648b82f" providerId="AD" clId="Web-{00000000-0000-0000-0000-000000000000}" dt="2026-08-25T05:02:57.801" v="347" actId="20577"/>
          <ac:spMkLst>
            <pc:docMk/>
            <pc:sldMk cId="605070130" sldId="369"/>
            <ac:spMk id="9" creationId="{A4F48D01-2C32-AAD0-4987-CCA893AEE248}"/>
          </ac:spMkLst>
        </pc:spChg>
      </pc:sldChg>
      <pc:sldChg chg="addSp delSp">
        <pc:chgData name="Vigneshwarran S-[CH.SC.U4AIE23061]" userId="S::ch.sc.u4aie23061@ch.students.amrita.edu::55f1378b-2b79-474a-9925-c0555648b82f" providerId="AD" clId="Web-{00000000-0000-0000-0000-000000000000}" dt="2026-08-25T05:01:36.329" v="321"/>
        <pc:sldMkLst>
          <pc:docMk/>
          <pc:sldMk cId="3802747059" sldId="370"/>
        </pc:sldMkLst>
        <pc:spChg chg="del">
          <ac:chgData name="Vigneshwarran S-[CH.SC.U4AIE23061]" userId="S::ch.sc.u4aie23061@ch.students.amrita.edu::55f1378b-2b79-474a-9925-c0555648b82f" providerId="AD" clId="Web-{00000000-0000-0000-0000-000000000000}" dt="2026-08-25T05:01:35.986" v="320"/>
          <ac:spMkLst>
            <pc:docMk/>
            <pc:sldMk cId="3802747059" sldId="370"/>
            <ac:spMk id="4" creationId="{6C8FBBA4-FB26-1683-8ADA-544C9271BBD6}"/>
          </ac:spMkLst>
        </pc:spChg>
        <pc:spChg chg="add">
          <ac:chgData name="Vigneshwarran S-[CH.SC.U4AIE23061]" userId="S::ch.sc.u4aie23061@ch.students.amrita.edu::55f1378b-2b79-474a-9925-c0555648b82f" providerId="AD" clId="Web-{00000000-0000-0000-0000-000000000000}" dt="2026-08-25T05:01:36.329" v="321"/>
          <ac:spMkLst>
            <pc:docMk/>
            <pc:sldMk cId="3802747059" sldId="370"/>
            <ac:spMk id="11" creationId="{2B2560A2-85D5-2EC1-2AB3-28B5953A3A12}"/>
          </ac:spMkLst>
        </pc:spChg>
      </pc:sldChg>
      <pc:sldChg chg="addSp delSp">
        <pc:chgData name="Vigneshwarran S-[CH.SC.U4AIE23061]" userId="S::ch.sc.u4aie23061@ch.students.amrita.edu::55f1378b-2b79-474a-9925-c0555648b82f" providerId="AD" clId="Web-{00000000-0000-0000-0000-000000000000}" dt="2026-08-25T05:01:41.720" v="323"/>
        <pc:sldMkLst>
          <pc:docMk/>
          <pc:sldMk cId="2738755611" sldId="371"/>
        </pc:sldMkLst>
        <pc:spChg chg="del">
          <ac:chgData name="Vigneshwarran S-[CH.SC.U4AIE23061]" userId="S::ch.sc.u4aie23061@ch.students.amrita.edu::55f1378b-2b79-474a-9925-c0555648b82f" providerId="AD" clId="Web-{00000000-0000-0000-0000-000000000000}" dt="2026-08-25T05:01:41.376" v="322"/>
          <ac:spMkLst>
            <pc:docMk/>
            <pc:sldMk cId="2738755611" sldId="371"/>
            <ac:spMk id="4" creationId="{688FD21B-736E-1A94-6905-73682463A3D3}"/>
          </ac:spMkLst>
        </pc:spChg>
        <pc:spChg chg="add">
          <ac:chgData name="Vigneshwarran S-[CH.SC.U4AIE23061]" userId="S::ch.sc.u4aie23061@ch.students.amrita.edu::55f1378b-2b79-474a-9925-c0555648b82f" providerId="AD" clId="Web-{00000000-0000-0000-0000-000000000000}" dt="2026-08-25T05:01:41.720" v="323"/>
          <ac:spMkLst>
            <pc:docMk/>
            <pc:sldMk cId="2738755611" sldId="371"/>
            <ac:spMk id="11" creationId="{C03B25C2-D04C-DF2F-D68E-5AF8A1C5D6FE}"/>
          </ac:spMkLst>
        </pc:spChg>
      </pc:sldChg>
      <pc:sldChg chg="addSp delSp modSp">
        <pc:chgData name="Vigneshwarran S-[CH.SC.U4AIE23061]" userId="S::ch.sc.u4aie23061@ch.students.amrita.edu::55f1378b-2b79-474a-9925-c0555648b82f" providerId="AD" clId="Web-{00000000-0000-0000-0000-000000000000}" dt="2026-08-25T05:01:28.485" v="319"/>
        <pc:sldMkLst>
          <pc:docMk/>
          <pc:sldMk cId="660986622" sldId="372"/>
        </pc:sldMkLst>
        <pc:spChg chg="del mod">
          <ac:chgData name="Vigneshwarran S-[CH.SC.U4AIE23061]" userId="S::ch.sc.u4aie23061@ch.students.amrita.edu::55f1378b-2b79-474a-9925-c0555648b82f" providerId="AD" clId="Web-{00000000-0000-0000-0000-000000000000}" dt="2026-08-25T05:01:27.517" v="318"/>
          <ac:spMkLst>
            <pc:docMk/>
            <pc:sldMk cId="660986622" sldId="372"/>
            <ac:spMk id="4" creationId="{02325570-6E3E-4A5A-E480-1CBF8828B69A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44:38.036" v="13" actId="14100"/>
          <ac:spMkLst>
            <pc:docMk/>
            <pc:sldMk cId="660986622" sldId="372"/>
            <ac:spMk id="6" creationId="{8B79B91F-CBB2-063D-9346-BEC3C09E40E0}"/>
          </ac:spMkLst>
        </pc:spChg>
        <pc:spChg chg="mod">
          <ac:chgData name="Vigneshwarran S-[CH.SC.U4AIE23061]" userId="S::ch.sc.u4aie23061@ch.students.amrita.edu::55f1378b-2b79-474a-9925-c0555648b82f" providerId="AD" clId="Web-{00000000-0000-0000-0000-000000000000}" dt="2026-08-25T04:45:25.429" v="21" actId="1076"/>
          <ac:spMkLst>
            <pc:docMk/>
            <pc:sldMk cId="660986622" sldId="372"/>
            <ac:spMk id="8" creationId="{C806FFBA-5455-FC16-9586-D85A096FBBFA}"/>
          </ac:spMkLst>
        </pc:spChg>
        <pc:spChg chg="add del">
          <ac:chgData name="Vigneshwarran S-[CH.SC.U4AIE23061]" userId="S::ch.sc.u4aie23061@ch.students.amrita.edu::55f1378b-2b79-474a-9925-c0555648b82f" providerId="AD" clId="Web-{00000000-0000-0000-0000-000000000000}" dt="2026-08-25T05:01:23.001" v="316"/>
          <ac:spMkLst>
            <pc:docMk/>
            <pc:sldMk cId="660986622" sldId="372"/>
            <ac:spMk id="10" creationId="{2844F346-8402-9F84-3C4B-8656BEDEA035}"/>
          </ac:spMkLst>
        </pc:spChg>
        <pc:spChg chg="add">
          <ac:chgData name="Vigneshwarran S-[CH.SC.U4AIE23061]" userId="S::ch.sc.u4aie23061@ch.students.amrita.edu::55f1378b-2b79-474a-9925-c0555648b82f" providerId="AD" clId="Web-{00000000-0000-0000-0000-000000000000}" dt="2026-08-25T05:01:28.485" v="319"/>
          <ac:spMkLst>
            <pc:docMk/>
            <pc:sldMk cId="660986622" sldId="372"/>
            <ac:spMk id="13" creationId="{3855D2C1-F9C8-DEDB-21DA-0CB8DFD88231}"/>
          </ac:spMkLst>
        </pc:spChg>
        <pc:grpChg chg="mod">
          <ac:chgData name="Vigneshwarran S-[CH.SC.U4AIE23061]" userId="S::ch.sc.u4aie23061@ch.students.amrita.edu::55f1378b-2b79-474a-9925-c0555648b82f" providerId="AD" clId="Web-{00000000-0000-0000-0000-000000000000}" dt="2026-08-25T04:45:03.646" v="18" actId="1076"/>
          <ac:grpSpMkLst>
            <pc:docMk/>
            <pc:sldMk cId="660986622" sldId="372"/>
            <ac:grpSpMk id="3" creationId="{3FF2F319-5CCD-390C-ACE6-AA6FC403F192}"/>
          </ac:grpSpMkLst>
        </pc:grpChg>
        <pc:picChg chg="mod">
          <ac:chgData name="Vigneshwarran S-[CH.SC.U4AIE23061]" userId="S::ch.sc.u4aie23061@ch.students.amrita.edu::55f1378b-2b79-474a-9925-c0555648b82f" providerId="AD" clId="Web-{00000000-0000-0000-0000-000000000000}" dt="2026-08-25T04:45:35.195" v="23" actId="14100"/>
          <ac:picMkLst>
            <pc:docMk/>
            <pc:sldMk cId="660986622" sldId="372"/>
            <ac:picMk id="7" creationId="{BC7C9118-15D7-19F3-F0E9-9582A3DCF203}"/>
          </ac:picMkLst>
        </pc:picChg>
        <pc:picChg chg="mod">
          <ac:chgData name="Vigneshwarran S-[CH.SC.U4AIE23061]" userId="S::ch.sc.u4aie23061@ch.students.amrita.edu::55f1378b-2b79-474a-9925-c0555648b82f" providerId="AD" clId="Web-{00000000-0000-0000-0000-000000000000}" dt="2026-08-25T04:45:50.805" v="25" actId="14100"/>
          <ac:picMkLst>
            <pc:docMk/>
            <pc:sldMk cId="660986622" sldId="372"/>
            <ac:picMk id="11" creationId="{4A42890F-FDB6-CD8C-5E13-03ACA7AEA6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5D5CF-2DBF-4364-A5F0-971E6685D06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FA120-16A5-4F24-8DB0-E7C6937E0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5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7CFC-7C84-649C-1338-25BD36269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FA7D1-C421-12A6-AB8A-3AD2BBF71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11D6D-830B-38C7-C9FA-E384B49D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4BF6B-3DF8-C1A5-5EAA-A8F43C76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787A-010C-E413-2800-8A412D4A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056F-64CE-88A3-DEE1-576B3D71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865B-BF2A-A897-9800-ECA594B49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E9783-EDFC-9FD9-4B0C-51A1CDDE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DA957-7B0A-4FD2-623E-D75F16C8F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70B30-065C-0218-D1DB-35C5CF17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4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AF8A-F23A-51F9-945A-AF3B45D9D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13E1B-5BFF-6D2F-B69D-1E7CFAAE4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A511-68F0-6428-AA88-3BC64340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FC5B7-F749-5D9E-5A4F-7C637630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5C15C-F93B-880A-0F4C-E2AF7086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81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DAD0-3428-AB11-0649-1BE32042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E635-021E-19C5-F16B-1D37A6FF2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5D07A-2D6D-55B2-4642-01FA97057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3A479-C746-61FC-F2CB-703FC21D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BAB51-4A56-24A3-A519-AE6AA238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2AEF3-58A5-A8B6-5ADB-BED96388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8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E765-9A3B-CAB5-D1D1-55B64DBC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D11D7-B7A3-EA12-AA4D-9F9A52D5E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96E92-A504-7316-9537-D957F298B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32566-EFD4-9FB2-3366-170841902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5F165-AC66-8BBE-1603-2D011DC5A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199FA1-FE20-4085-46D2-341D6673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E25E43-1174-F020-51AE-70FE7BD2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8A868-71B2-B666-ADAA-17370EEA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8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A82D-9C4C-3066-0E38-ED6EB008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6748F-C277-1EFC-C498-ED05D9F3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29FF2-389E-2669-36B8-5FBAE536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8F36E-BC8E-AEDE-0455-770A9303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36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8DFD6-C44C-49C4-3E91-7C21F330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53177-1A93-A262-D2BF-C53AEB8D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12075-FFB4-6A03-C547-4474E023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324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89B2-E1A5-3013-CA1A-CF6638440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D86D-342A-F645-CCE8-BCD3EAFA7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E4F02-95D7-6EC6-8313-C9ECBCE30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5209B-BE71-76C6-8C62-9BC1C787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81A8B-A232-43F8-6BB9-4F8AC5E1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89E6D-6DEE-F0B3-1A68-B053DBED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816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78D1C-E823-6EEA-99E5-14F2441A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F161F-D1D0-7F54-3FB7-BB1BFF004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8A08C-5D80-664C-54FD-E3C0707A3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350D9-11A4-24B9-B336-2BD436BC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9A434-B664-DADC-2EA3-3D160898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B3DB6-8981-022E-A785-84F468F2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13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86DB-97C7-1F33-CC56-953F2B6A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6DA55-43DC-DF52-6E7A-AFEA59BE1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E1F1-70D2-A149-FA56-70CB06D1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BC5C-A2EC-8D80-24C1-DAEA1340D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A5996-EC98-28B9-2DBA-198E1EAA0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9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E4A137-47F0-4D11-187B-764639CAC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60E90-B82F-235F-25D5-F19BCEEF0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1FED4-8F4D-BBDF-227C-24E723E5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FAFC5-81FC-E90D-DEF9-A4ADA72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74877-8B25-44E2-9D04-C2BA403D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72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3453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 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90204"/>
              <a:buNone/>
            </a:pP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AMARAVATI | AMRITAPURI | BENGALURU |</a:t>
            </a:r>
            <a:r>
              <a:rPr lang="en-US" sz="1100" b="1" i="0" u="none" strike="noStrike" cap="none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CHENNAI</a:t>
            </a: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| COIMBATORE | FARIDABAD | KOCHI | MYSURU | NAGARCOIL</a:t>
            </a:r>
            <a:endParaRPr sz="1100" b="0" i="0" u="none" strike="noStrike" cap="none">
              <a:solidFill>
                <a:schemeClr val="accent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2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D376E-8E33-BC13-E4F6-235299A83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0A17D-0006-291E-5B53-5062F1272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5428-248A-49C3-2394-16516E9D3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53855-D733-42BF-9E14-BE4B68CC0A0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97753-A535-6E86-E5A0-F0945E36B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8CC12-EBB8-388C-C0E9-1FC54C050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679B3-23FC-4A1D-99BE-E17B02CA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4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Department  of </a:t>
            </a:r>
            <a:b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Computer Science &amp; Engineering</a:t>
            </a:r>
            <a:r>
              <a:rPr lang="en-IN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School of Computing </a:t>
            </a: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5" y="181701"/>
            <a:ext cx="4635500" cy="135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693" y="1706789"/>
            <a:ext cx="8094888" cy="1359535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1153589" y="2976879"/>
            <a:ext cx="10167258" cy="104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rPr lang="en-US" sz="3200" dirty="0">
                <a:solidFill>
                  <a:srgbClr val="FFFFFF"/>
                </a:solidFill>
                <a:cs typeface="Times New Roman"/>
              </a:rPr>
              <a:t>Adaptive Temporal-Relational Intrusion Detection for Evolving Network Traffic: Investigating Classical, Quantum, and Continual Learning Approaches</a:t>
            </a:r>
            <a:endParaRPr lang="en-US" dirty="0"/>
          </a:p>
          <a:p>
            <a:endParaRPr lang="en-US" sz="3200" dirty="0">
              <a:solidFill>
                <a:srgbClr val="FFFFFF"/>
              </a:solidFill>
              <a:cs typeface="Times New Roman"/>
            </a:endParaRPr>
          </a:p>
          <a:p>
            <a:endParaRPr lang="en-US" sz="3200" dirty="0"/>
          </a:p>
        </p:txBody>
      </p:sp>
      <p:sp>
        <p:nvSpPr>
          <p:cNvPr id="15" name="Text Box 14"/>
          <p:cNvSpPr txBox="1"/>
          <p:nvPr/>
        </p:nvSpPr>
        <p:spPr>
          <a:xfrm>
            <a:off x="709567" y="4865461"/>
            <a:ext cx="609600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en-IN" sz="1600" b="1">
              <a:solidFill>
                <a:schemeClr val="bg1"/>
              </a:solidFill>
              <a:latin typeface="Cambria"/>
              <a:ea typeface="Cambria"/>
              <a:sym typeface="+mn-ea"/>
            </a:endParaRPr>
          </a:p>
          <a:p>
            <a:endParaRPr lang="en-US" altLang="en-IN" sz="1600" b="1">
              <a:solidFill>
                <a:schemeClr val="bg1"/>
              </a:solidFill>
              <a:latin typeface="Cambria"/>
              <a:ea typeface="Cambria"/>
            </a:endParaRPr>
          </a:p>
          <a:p>
            <a:r>
              <a:rPr lang="en-US" altLang="en-IN" sz="1600" b="1">
                <a:solidFill>
                  <a:schemeClr val="bg1"/>
                </a:solidFill>
                <a:latin typeface="Cambria"/>
                <a:ea typeface="Cambria"/>
                <a:sym typeface="+mn-ea"/>
              </a:rPr>
              <a:t>Student Members [BATCH ID: 04]</a:t>
            </a:r>
            <a:endParaRPr lang="en-US">
              <a:solidFill>
                <a:schemeClr val="bg1"/>
              </a:solidFill>
            </a:endParaRPr>
          </a:p>
          <a:p>
            <a:r>
              <a:rPr lang="en-US" altLang="en-IN" sz="1600" b="1">
                <a:solidFill>
                  <a:schemeClr val="bg1"/>
                </a:solidFill>
                <a:latin typeface="Cambria"/>
                <a:ea typeface="Cambria"/>
                <a:sym typeface="+mn-ea"/>
              </a:rPr>
              <a:t>1:  D Sai Raman – CH.SC.U4AIE23010</a:t>
            </a:r>
            <a:endParaRPr lang="en-US" altLang="en-IN" sz="1600" b="1">
              <a:solidFill>
                <a:schemeClr val="bg1"/>
              </a:solidFill>
              <a:latin typeface="Cambria"/>
              <a:ea typeface="Cambria"/>
            </a:endParaRPr>
          </a:p>
          <a:p>
            <a:r>
              <a:rPr lang="en-US" altLang="en-IN" sz="1600" b="1">
                <a:solidFill>
                  <a:schemeClr val="bg1"/>
                </a:solidFill>
                <a:latin typeface="Cambria"/>
                <a:ea typeface="Cambria"/>
                <a:sym typeface="+mn-ea"/>
              </a:rPr>
              <a:t>2: </a:t>
            </a:r>
            <a:r>
              <a:rPr lang="en-US" altLang="en-IN" sz="1600" b="1" err="1">
                <a:solidFill>
                  <a:schemeClr val="bg1"/>
                </a:solidFill>
                <a:latin typeface="Cambria"/>
                <a:ea typeface="Cambria"/>
                <a:sym typeface="+mn-ea"/>
              </a:rPr>
              <a:t>Vigneshwarran</a:t>
            </a:r>
            <a:r>
              <a:rPr lang="en-US" altLang="en-IN" sz="1600" b="1">
                <a:solidFill>
                  <a:schemeClr val="bg1"/>
                </a:solidFill>
                <a:latin typeface="Cambria"/>
                <a:ea typeface="Cambria"/>
                <a:sym typeface="+mn-ea"/>
              </a:rPr>
              <a:t> S – CH.SC.U4AIE23061</a:t>
            </a:r>
            <a:endParaRPr lang="en-US" altLang="en-IN" sz="1600" b="1">
              <a:solidFill>
                <a:schemeClr val="bg1"/>
              </a:solidFill>
              <a:latin typeface="Cambria"/>
              <a:ea typeface="Cambria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508149" y="5173889"/>
            <a:ext cx="358076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endParaRPr lang="en-US" altLang="en-IN" sz="1600" b="1">
              <a:solidFill>
                <a:schemeClr val="bg1"/>
              </a:solidFill>
              <a:latin typeface="Cambria"/>
              <a:ea typeface="Cambria"/>
            </a:endParaRPr>
          </a:p>
          <a:p>
            <a:pPr algn="r"/>
            <a:r>
              <a:rPr lang="en-US" altLang="en-IN" sz="1600" b="1">
                <a:solidFill>
                  <a:schemeClr val="bg1"/>
                </a:solidFill>
                <a:latin typeface="Cambria"/>
                <a:ea typeface="Cambria"/>
                <a:sym typeface="+mn-ea"/>
              </a:rPr>
              <a:t>Guide Details</a:t>
            </a:r>
            <a:endParaRPr lang="en-US">
              <a:solidFill>
                <a:schemeClr val="bg1"/>
              </a:solidFill>
            </a:endParaRPr>
          </a:p>
          <a:p>
            <a:pPr algn="r"/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Dr. S. Baghavathi Priya</a:t>
            </a:r>
          </a:p>
        </p:txBody>
      </p:sp>
    </p:spTree>
    <p:extLst>
      <p:ext uri="{BB962C8B-B14F-4D97-AF65-F5344CB8AC3E}">
        <p14:creationId xmlns:p14="http://schemas.microsoft.com/office/powerpoint/2010/main" val="245489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>
                <a:latin typeface="Cambria" panose="02040503050406030204" pitchFamily="18" charset="0"/>
                <a:ea typeface="Cambria" panose="02040503050406030204" pitchFamily="18" charset="0"/>
                <a:cs typeface="Times New Roman" panose="02020503050405090304"/>
              </a:rPr>
              <a:t>Problem Statement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AE1251-E439-AAFD-FA65-3BFE4AA08005}"/>
              </a:ext>
            </a:extLst>
          </p:cNvPr>
          <p:cNvSpPr txBox="1"/>
          <p:nvPr/>
        </p:nvSpPr>
        <p:spPr>
          <a:xfrm>
            <a:off x="2763306" y="2162618"/>
            <a:ext cx="8587317" cy="1980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just"/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Cyber attacks are increasingly complex and evolving, making conventional IDS difficult to adapt. Existing approaches often fail to jointly capture temporal and relational network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behaviour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 and are largely evaluated on fixed datasets. This limits their ability to handle evolving attack patterns and changing network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behaviour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. Therefore, this study focuses on investigating temporal–relational fusion techniques for adaptive intrusion detection.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0CAA5-7CAF-A23D-AF55-9AA94FADE0C0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spc="-35" dirty="0">
                <a:solidFill>
                  <a:schemeClr val="accent4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Core Focus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38E0E5-DFBA-0C18-A63D-E1FD9E9B40D1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b="1" spc="-35" dirty="0">
                <a:solidFill>
                  <a:srgbClr val="FFC000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3" y="6285320"/>
            <a:ext cx="12192001" cy="620884"/>
            <a:chOff x="-3" y="6347343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281A968E-5928-2E14-C3D8-7AB0A72EAAEF}"/>
              </a:ext>
            </a:extLst>
          </p:cNvPr>
          <p:cNvSpPr txBox="1">
            <a:spLocks/>
          </p:cNvSpPr>
          <p:nvPr/>
        </p:nvSpPr>
        <p:spPr>
          <a:xfrm>
            <a:off x="190501" y="640963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CD492D-60D5-EF5D-F529-99B938D928FF}"/>
                  </a:ext>
                </a:extLst>
              </p:cNvPr>
              <p:cNvSpPr txBox="1"/>
              <p:nvPr/>
            </p:nvSpPr>
            <p:spPr>
              <a:xfrm>
                <a:off x="2548467" y="1537758"/>
                <a:ext cx="8957733" cy="4314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Central Research Focus: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Mitigating static loss failure under extreme class imbalance (up to 154,996:1) and preserving temporal-relational traffic structure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</a:p>
              <a:p>
                <a:pPr lvl="0"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Pillar 1: Data Integrity &amp; Feature Engineering: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Reconciled 16.23M records, resolved 4.77M duplicate rows, and executed a 4-stage feature selection pipeline (40–66% dimensionality reduction while retaining &gt;99.5% Macro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Pillar 2: Loss Function Pathology Diagnosis: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Proved why static class-weighted cross-entropy crashes multiclass accuracy (drops from 98.59% to 62.85%) due to &gt;100,000$\times$ penalty multipliers.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Pillar 3: Dynamic Loss Innovation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hybrid</m:t>
                        </m:r>
                      </m:sub>
                    </m:sSub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Implemented an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autograd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gradient-norm tracking loss function that balances unweighted CE, Focal Loss, and Weighted CE in real-time.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Pillar 4: Multimodal Fusion Suite (18 Experiments):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Benchmarked 6 fusion strategies across 3 datasets, incorporating GRU temporal encoders, GAT relational encoders, and Quantum (PQC) Variational Circuits.</a:t>
                </a:r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CD492D-60D5-EF5D-F529-99B938D92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67" y="1537758"/>
                <a:ext cx="8957733" cy="4314130"/>
              </a:xfrm>
              <a:prstGeom prst="rect">
                <a:avLst/>
              </a:prstGeom>
              <a:blipFill>
                <a:blip r:embed="rId3"/>
                <a:stretch>
                  <a:fillRect l="-544" t="-706" r="-5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1E20A-A2A1-DBEB-231F-02BA0515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F868-7043-84CB-1B35-D1453D4F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latin typeface="Cambria"/>
                <a:ea typeface="Cambria"/>
              </a:rPr>
              <a:t>Architecture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F2F319-5CCD-390C-ACE6-AA6FC403F192}"/>
              </a:ext>
            </a:extLst>
          </p:cNvPr>
          <p:cNvGrpSpPr/>
          <p:nvPr/>
        </p:nvGrpSpPr>
        <p:grpSpPr>
          <a:xfrm>
            <a:off x="-3" y="6281420"/>
            <a:ext cx="2336801" cy="570084"/>
            <a:chOff x="9763757" y="6311900"/>
            <a:chExt cx="2336801" cy="5700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79B91F-CBB2-063D-9346-BEC3C09E40E0}"/>
                </a:ext>
              </a:extLst>
            </p:cNvPr>
            <p:cNvSpPr/>
            <p:nvPr/>
          </p:nvSpPr>
          <p:spPr>
            <a:xfrm>
              <a:off x="9763757" y="6311900"/>
              <a:ext cx="2336801" cy="5700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BC7C9118-15D7-19F3-F0E9-9582A3DCF20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353588" y="6419582"/>
              <a:ext cx="1500939" cy="2891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06FFBA-5455-FC16-9586-D85A096FBB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1" y="6472504"/>
            <a:ext cx="579120" cy="19238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09F809-4864-B59F-32E0-E8B08F41D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55D2C1-F9C8-DEDB-21DA-0CB8DFD88231}"/>
              </a:ext>
            </a:extLst>
          </p:cNvPr>
          <p:cNvSpPr/>
          <p:nvPr/>
        </p:nvSpPr>
        <p:spPr>
          <a:xfrm>
            <a:off x="5077" y="1141095"/>
            <a:ext cx="2333415" cy="52419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26919B-B07E-8D20-4F8A-EEC5BC07A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472" y="0"/>
            <a:ext cx="8252459" cy="686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8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latin typeface="Cambria"/>
                <a:ea typeface="Cambria"/>
              </a:rPr>
              <a:t>Methodology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0157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B365C6A-3810-A0A5-2D0B-06FA4AD38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9A9A2-E18B-21C2-6A83-C449AF613E7A}"/>
              </a:ext>
            </a:extLst>
          </p:cNvPr>
          <p:cNvSpPr/>
          <p:nvPr/>
        </p:nvSpPr>
        <p:spPr>
          <a:xfrm>
            <a:off x="5077" y="1141095"/>
            <a:ext cx="2333415" cy="52419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rgbClr val="FFFFFF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F572D4-E707-7875-2B2A-10A205B3F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057" y="1142390"/>
            <a:ext cx="8920039" cy="5169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4303-CA72-3D51-AD3D-4E0C0790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0469-F1DC-0AEE-85E9-631FBDAF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Evaluation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470C97-6ACC-F792-9E48-7731853DCD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1A52F-784A-8AEF-44AA-FEB66ECC54A1}"/>
              </a:ext>
            </a:extLst>
          </p:cNvPr>
          <p:cNvSpPr/>
          <p:nvPr/>
        </p:nvSpPr>
        <p:spPr>
          <a:xfrm>
            <a:off x="-3" y="1101725"/>
            <a:ext cx="2302935" cy="540067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ea typeface="Cambria"/>
              </a:rPr>
              <a:t>Evaluation</a:t>
            </a:r>
            <a:endParaRPr lang="en-IN" sz="15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AA15EE-D56A-6BFB-ED87-E6F5E2D739E8}"/>
              </a:ext>
            </a:extLst>
          </p:cNvPr>
          <p:cNvGrpSpPr/>
          <p:nvPr/>
        </p:nvGrpSpPr>
        <p:grpSpPr>
          <a:xfrm>
            <a:off x="-3" y="6371045"/>
            <a:ext cx="12192001" cy="468484"/>
            <a:chOff x="-3" y="6347343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102EC7-07A7-87A5-07DA-BECE8FF998B4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4B257B4D-D523-04F8-4348-B96933D749CA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CA43ADA8-B797-CDA3-9818-65B7672501D3}"/>
              </a:ext>
            </a:extLst>
          </p:cNvPr>
          <p:cNvSpPr txBox="1">
            <a:spLocks/>
          </p:cNvSpPr>
          <p:nvPr/>
        </p:nvSpPr>
        <p:spPr>
          <a:xfrm>
            <a:off x="104776" y="64191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BDFFB5-B2C8-6E1E-BD21-DA70BE140640}"/>
                  </a:ext>
                </a:extLst>
              </p:cNvPr>
              <p:cNvSpPr txBox="1"/>
              <p:nvPr/>
            </p:nvSpPr>
            <p:spPr>
              <a:xfrm>
                <a:off x="2650066" y="1717115"/>
                <a:ext cx="9114169" cy="4038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Primary Classification &amp; Detection Metrics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Evaluates overall dataset correctness, measured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TN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TP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TN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FP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FN</m:t>
                        </m:r>
                      </m:den>
                    </m:f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 Precision &amp; Macro Recall: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Computes unweighted arithmetic means across all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classes to evaluate performance across rare and majority attack categories equally without majority-class bias: </a:t>
                </a:r>
              </a:p>
              <a:p>
                <a:pPr lvl="0" algn="just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Macro Precision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TP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TP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FP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IN">
                          <a:latin typeface="Cambria Math" panose="02040503050406030204" pitchFamily="18" charset="0"/>
                        </a:rPr>
                        <m:t>, </m:t>
                      </m:r>
                      <m:r>
                        <m:rPr>
                          <m:nor/>
                        </m:rP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Macro Recall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TP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TP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IN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FN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 F1-Score: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Primary decision metric to judge overall balanced class performance and dynamic weight recovery: </a:t>
                </a:r>
              </a:p>
              <a:p>
                <a:pPr lvl="0" algn="just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Macro F1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  <m:r>
                        <a:rPr lang="en-IN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Precision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Recall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Precision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Recall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BDFFB5-B2C8-6E1E-BD21-DA70BE140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066" y="1717115"/>
                <a:ext cx="9114169" cy="4038541"/>
              </a:xfrm>
              <a:prstGeom prst="rect">
                <a:avLst/>
              </a:prstGeom>
              <a:blipFill>
                <a:blip r:embed="rId3"/>
                <a:stretch>
                  <a:fillRect l="-602" t="-906" r="-5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77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310D-9270-2FDD-5AE5-B9995DE2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ED1-C0D0-16F6-0265-DCB77AA6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Evaluation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D5E9B0-BDAF-1D12-5211-D4525E2A9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C1388-7C0E-D7E9-F994-54A9D342C7E2}"/>
              </a:ext>
            </a:extLst>
          </p:cNvPr>
          <p:cNvSpPr/>
          <p:nvPr/>
        </p:nvSpPr>
        <p:spPr>
          <a:xfrm>
            <a:off x="-3" y="1101725"/>
            <a:ext cx="2302935" cy="540067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/>
                <a:ea typeface="Cambria"/>
              </a:rPr>
              <a:t>Evaluation</a:t>
            </a:r>
            <a:endParaRPr lang="en-IN" sz="15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FD1725-DE15-1E49-60DA-79C426715D57}"/>
              </a:ext>
            </a:extLst>
          </p:cNvPr>
          <p:cNvGrpSpPr/>
          <p:nvPr/>
        </p:nvGrpSpPr>
        <p:grpSpPr>
          <a:xfrm>
            <a:off x="-3" y="6371045"/>
            <a:ext cx="12192001" cy="468484"/>
            <a:chOff x="-3" y="6347343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30F28F-24A5-6CCD-B4A0-22CDFDF213F8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47BE6F9-E1FF-A425-2579-F60D885EDD92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6B7C2042-A825-1A00-F9F3-E0C3E69B9034}"/>
              </a:ext>
            </a:extLst>
          </p:cNvPr>
          <p:cNvSpPr txBox="1">
            <a:spLocks/>
          </p:cNvSpPr>
          <p:nvPr/>
        </p:nvSpPr>
        <p:spPr>
          <a:xfrm>
            <a:off x="104776" y="64191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1B1425-A0F4-0600-290F-DEF2FE4B4BC1}"/>
                  </a:ext>
                </a:extLst>
              </p:cNvPr>
              <p:cNvSpPr txBox="1"/>
              <p:nvPr/>
            </p:nvSpPr>
            <p:spPr>
              <a:xfrm>
                <a:off x="2480732" y="1353049"/>
                <a:ext cx="9114169" cy="5181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Statistical Data Quality &amp; Feature Selection Metrics: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Spearman Rank Correlation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Measures pairwise monotonic feature dependency to eliminate collinear redundancy at strict thresholds (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|&gt;0.95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NetFlow v2;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|&gt;0.98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CSE-CIC-IDS2018). </a:t>
                </a:r>
              </a:p>
              <a:p>
                <a:pPr lvl="0" algn="just"/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LightGBM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 Importance (Split Gain):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Quantifies relative feature utility to prune low-gain attributes prior to sequence and graph construction.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Retention Ratio &amp; F1 Retention (%):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Evaluates feature compression efficiency versus preserved diagnostic performance (achieving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41.86%−66.27%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reduction while maintaining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97.80%−100.02%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 Macro F1). </a:t>
                </a:r>
              </a:p>
              <a:p>
                <a:pPr lvl="0"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Loss &amp; Training Stability Indicators:</a:t>
                </a:r>
              </a:p>
              <a:p>
                <a:pPr lvl="0" algn="just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Gradient Norm Feedback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Tracks backpropagation intensity across reference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via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PyTorch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autograd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dynamically adapt loss weights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real time: </a:t>
                </a:r>
              </a:p>
              <a:p>
                <a:pPr lvl="0"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=‖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sSub>
                            <m:sSub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i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ref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‖</m:t>
                      </m:r>
                      <m:sSub>
                        <m:sSub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Clipping &amp; Smoothing Boundaries: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Monitored bound ranges 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0.05,0.80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Exponential Moving Average (EMA) factors ensuring training convergence without gradient explosion or class collapse.</a:t>
                </a:r>
              </a:p>
              <a:p>
                <a:pPr lvl="0"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1B1425-A0F4-0600-290F-DEF2FE4B4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732" y="1353049"/>
                <a:ext cx="9114169" cy="5181996"/>
              </a:xfrm>
              <a:prstGeom prst="rect">
                <a:avLst/>
              </a:prstGeom>
              <a:blipFill>
                <a:blip r:embed="rId3"/>
                <a:stretch>
                  <a:fillRect l="-602" t="-706" r="-5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41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E2D9-7D6B-2A9F-1D99-9D68B9AA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E402-3A62-F93C-D4CF-134C71CD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Phase 0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91DAB-7DA0-DFDB-2841-0EA3EB2B1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F241C-D69E-42A0-7D85-9C5E1CCA32CB}"/>
              </a:ext>
            </a:extLst>
          </p:cNvPr>
          <p:cNvSpPr/>
          <p:nvPr/>
        </p:nvSpPr>
        <p:spPr>
          <a:xfrm>
            <a:off x="-3" y="1092200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43957-2281-81AB-0F45-02DDE5CEC0C1}"/>
              </a:ext>
            </a:extLst>
          </p:cNvPr>
          <p:cNvGrpSpPr/>
          <p:nvPr/>
        </p:nvGrpSpPr>
        <p:grpSpPr>
          <a:xfrm>
            <a:off x="-3" y="6275795"/>
            <a:ext cx="12192001" cy="582784"/>
            <a:chOff x="-3" y="6347343"/>
            <a:chExt cx="12192001" cy="62088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5300A3-0E05-70C3-5FEB-3CB13402B381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2" name="Google Shape;1736;p23">
              <a:extLst>
                <a:ext uri="{FF2B5EF4-FFF2-40B4-BE49-F238E27FC236}">
                  <a16:creationId xmlns:a16="http://schemas.microsoft.com/office/drawing/2014/main" id="{39C1EA7E-8353-632C-8C90-68313151CA83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B88DDBC9-11E7-57B2-8DA4-ECB0840411F9}"/>
              </a:ext>
            </a:extLst>
          </p:cNvPr>
          <p:cNvSpPr txBox="1">
            <a:spLocks/>
          </p:cNvSpPr>
          <p:nvPr/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D122DD-E9D0-288F-840B-D003EE23EEB4}"/>
                  </a:ext>
                </a:extLst>
              </p:cNvPr>
              <p:cNvSpPr txBox="1"/>
              <p:nvPr/>
            </p:nvSpPr>
            <p:spPr>
              <a:xfrm>
                <a:off x="2390442" y="1139253"/>
                <a:ext cx="9131103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Forensic Integrity &amp; Dataset Reconciliation (16.23M Records)</a:t>
                </a:r>
              </a:p>
              <a:p>
                <a:pPr algn="just"/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Audited Population: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16,232,943 rows in raw CSE-CIC-IDS2018. 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Duplicate Rows: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4,768,297 duplicate rows identified and removed (29.37% of total dataset). 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Conflicting-Label Groups: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68,182 feature groups containing conflicting ground-truth labels across 177,674 disambiguated rows. 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Fallback-String Leakage Audit: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Discovered that 99.90% cross-file key overlap was driven by parser fallback strings in 9/10 CSV files; genuine 5-tuple cross-file flow key overlap was verified to be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0.00%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Rare-Class Stratification: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Applied class-aware sampling quotas to prevent rare-class dropout (e.g.,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SQL Injection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Web Brute Force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DDoS-LOIC-UDP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preserving a strict 70/15/15 split across all 15 classes. </a:t>
                </a:r>
              </a:p>
              <a:p>
                <a:pPr lvl="0" algn="just"/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4-Stage Feature Elimination Pipeline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1 (Identity &amp; Leakage Removal):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Pruned exact IP addresses, flow IDs, single-unique constant columns, and label-leaking fields. 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2 (High Multicollinearity Pruning):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Pruned collinear pairs using Spearman rank correlation (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|&gt;0.95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NetFlow v2; 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16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|&gt;0.98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CSE-CIC-IDS2018). 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3 (Feature Importance Thresholding):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Removed low-gain features based on </a:t>
                </a:r>
                <a:r>
                  <a:rPr lang="en-IN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LightGBM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importance rankings. </a:t>
                </a:r>
              </a:p>
              <a:p>
                <a:pPr lvl="0" algn="just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4 (Functional Role Mapping):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Assigned retained features to explicit roles (Temporal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Relational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 </a:t>
                </a:r>
                <a:r>
                  <a:rPr lang="en-IN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Behavioral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Tabular). </a:t>
                </a:r>
              </a:p>
              <a:p>
                <a:pPr algn="just"/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D122DD-E9D0-288F-840B-D003EE23E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442" y="1139253"/>
                <a:ext cx="9131103" cy="5324535"/>
              </a:xfrm>
              <a:prstGeom prst="rect">
                <a:avLst/>
              </a:prstGeom>
              <a:blipFill>
                <a:blip r:embed="rId3"/>
                <a:stretch>
                  <a:fillRect l="-334" t="-344" r="-4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664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F42F-4AB4-C63F-1937-05F64876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B3AF-DED9-FCF4-B3B1-B8B8B0297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Phase 0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CD4BC28-3E88-39F0-9F2A-C76D911E9B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934E49-008F-EF2E-5F6F-A75102EAB4B9}"/>
              </a:ext>
            </a:extLst>
          </p:cNvPr>
          <p:cNvSpPr/>
          <p:nvPr/>
        </p:nvSpPr>
        <p:spPr>
          <a:xfrm>
            <a:off x="-3" y="1092200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3233878-7B79-D863-3BB5-C6010CC5BA4B}"/>
              </a:ext>
            </a:extLst>
          </p:cNvPr>
          <p:cNvGrpSpPr/>
          <p:nvPr/>
        </p:nvGrpSpPr>
        <p:grpSpPr>
          <a:xfrm>
            <a:off x="-3" y="6275795"/>
            <a:ext cx="12192001" cy="582784"/>
            <a:chOff x="-3" y="6347343"/>
            <a:chExt cx="12192001" cy="62088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C44C459-C221-6B8A-7A15-D15CBA5984DF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2" name="Google Shape;1736;p23">
              <a:extLst>
                <a:ext uri="{FF2B5EF4-FFF2-40B4-BE49-F238E27FC236}">
                  <a16:creationId xmlns:a16="http://schemas.microsoft.com/office/drawing/2014/main" id="{110A484E-009A-BAF8-5045-96C9EA965AF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0DC33ED2-0AD8-BEAC-CDA4-591721824C93}"/>
              </a:ext>
            </a:extLst>
          </p:cNvPr>
          <p:cNvSpPr txBox="1">
            <a:spLocks/>
          </p:cNvSpPr>
          <p:nvPr/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4997DA-FDE8-B328-4EFE-A5C9F5064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799" y="1678077"/>
            <a:ext cx="9017001" cy="38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6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09281-212C-2B2A-FF3D-130616ECE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222C-0F33-530D-B3FD-0FB3EB76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Phase 1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7E013C-C67B-AC92-5FD0-ADE92C1FE4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B40D57-F564-603A-6064-F97C6139F46C}"/>
              </a:ext>
            </a:extLst>
          </p:cNvPr>
          <p:cNvSpPr/>
          <p:nvPr/>
        </p:nvSpPr>
        <p:spPr>
          <a:xfrm>
            <a:off x="-3" y="1092200"/>
            <a:ext cx="2302935" cy="5219700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6CFCDF-56F4-00D8-DF9D-D0A4FCDBBD97}"/>
              </a:ext>
            </a:extLst>
          </p:cNvPr>
          <p:cNvGrpSpPr/>
          <p:nvPr/>
        </p:nvGrpSpPr>
        <p:grpSpPr>
          <a:xfrm>
            <a:off x="-3" y="6275795"/>
            <a:ext cx="12192001" cy="582784"/>
            <a:chOff x="-3" y="6347343"/>
            <a:chExt cx="12192001" cy="62088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1658246-FA0B-E1D9-C070-11C31E3F0FE2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2" name="Google Shape;1736;p23">
              <a:extLst>
                <a:ext uri="{FF2B5EF4-FFF2-40B4-BE49-F238E27FC236}">
                  <a16:creationId xmlns:a16="http://schemas.microsoft.com/office/drawing/2014/main" id="{45A2BFE8-C10F-8214-8A77-5DB350191A6F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DD3ECE24-248F-2D11-AB28-7C2935A9AF90}"/>
              </a:ext>
            </a:extLst>
          </p:cNvPr>
          <p:cNvSpPr txBox="1">
            <a:spLocks/>
          </p:cNvSpPr>
          <p:nvPr/>
        </p:nvSpPr>
        <p:spPr>
          <a:xfrm>
            <a:off x="9525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325097-EBC7-595B-959A-CB0551086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3" r="11683" b="-413"/>
          <a:stretch>
            <a:fillRect/>
          </a:stretch>
        </p:blipFill>
        <p:spPr>
          <a:xfrm>
            <a:off x="2933701" y="1831553"/>
            <a:ext cx="7744882" cy="374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87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6FE4-CE00-4E58-3F88-A32DD223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BD10-B60C-0752-06BD-432D8D7E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Phase 1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096D87-DF38-2CC7-52A8-DF96FE0F76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915EC-04C7-81D6-7D58-32C1983FA782}"/>
              </a:ext>
            </a:extLst>
          </p:cNvPr>
          <p:cNvSpPr/>
          <p:nvPr/>
        </p:nvSpPr>
        <p:spPr>
          <a:xfrm>
            <a:off x="-3" y="1092200"/>
            <a:ext cx="2302935" cy="5219700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1E3D2D-81FF-1873-EE23-179361ED37DA}"/>
              </a:ext>
            </a:extLst>
          </p:cNvPr>
          <p:cNvGrpSpPr/>
          <p:nvPr/>
        </p:nvGrpSpPr>
        <p:grpSpPr>
          <a:xfrm>
            <a:off x="-3" y="6275795"/>
            <a:ext cx="12192001" cy="582784"/>
            <a:chOff x="-3" y="6347343"/>
            <a:chExt cx="12192001" cy="62088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6154D4-3665-8EA7-E7AF-4FD35EA927ED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2" name="Google Shape;1736;p23">
              <a:extLst>
                <a:ext uri="{FF2B5EF4-FFF2-40B4-BE49-F238E27FC236}">
                  <a16:creationId xmlns:a16="http://schemas.microsoft.com/office/drawing/2014/main" id="{50489C9E-40E7-38CD-0296-31E37D9CDD7E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4447932B-68DA-5357-76D1-57DA48DCC568}"/>
              </a:ext>
            </a:extLst>
          </p:cNvPr>
          <p:cNvSpPr txBox="1">
            <a:spLocks/>
          </p:cNvSpPr>
          <p:nvPr/>
        </p:nvSpPr>
        <p:spPr>
          <a:xfrm>
            <a:off x="9525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DC275-F817-F77B-83C0-D098C6FB7264}"/>
              </a:ext>
            </a:extLst>
          </p:cNvPr>
          <p:cNvSpPr txBox="1"/>
          <p:nvPr/>
        </p:nvSpPr>
        <p:spPr>
          <a:xfrm>
            <a:off x="2556933" y="1464734"/>
            <a:ext cx="9042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Failure Diagnosis: Pathology of Static Weighting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 of Collapse: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extreme class imbalance ratios (up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154,996:1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static inverse-frequency weighting generates penalty multipliers exceeding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100,000x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rare classes (such as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Brute Force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backpropagation, minor gradient noise on rare-class misclassifications completely overwhelmed the gradients of dominant benign traffic. 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Forced the classifier to over-predict rare attack classes to minimize loss penalties, triggering a massive wave of false positives that collapsed overall accuracy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98.59% to 62.85%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108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EF89E-812D-61DD-F70F-F9D5C57F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E5A2-E02E-2F4D-A610-4D101256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alt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Phase 2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E83FA3-0860-9C40-BF92-B0C1C3F6D9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621FC5F-BD6A-E174-AE48-0F65233F59F3}"/>
              </a:ext>
            </a:extLst>
          </p:cNvPr>
          <p:cNvGrpSpPr/>
          <p:nvPr/>
        </p:nvGrpSpPr>
        <p:grpSpPr>
          <a:xfrm>
            <a:off x="-3" y="6275795"/>
            <a:ext cx="12192001" cy="582784"/>
            <a:chOff x="-3" y="6347343"/>
            <a:chExt cx="12192001" cy="62088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3F8ACD9-4F89-6A74-95A5-E0C6B8B28CE0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2" name="Google Shape;1736;p23">
              <a:extLst>
                <a:ext uri="{FF2B5EF4-FFF2-40B4-BE49-F238E27FC236}">
                  <a16:creationId xmlns:a16="http://schemas.microsoft.com/office/drawing/2014/main" id="{2782E2AF-3888-EBEF-1B48-B127E911C60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00697F6-8BCB-B025-93FB-40886F308F03}"/>
              </a:ext>
            </a:extLst>
          </p:cNvPr>
          <p:cNvSpPr/>
          <p:nvPr/>
        </p:nvSpPr>
        <p:spPr>
          <a:xfrm>
            <a:off x="-3" y="1101725"/>
            <a:ext cx="2302935" cy="540067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BB98740B-833F-814A-0843-6904B4E15A79}"/>
              </a:ext>
            </a:extLst>
          </p:cNvPr>
          <p:cNvSpPr txBox="1">
            <a:spLocks/>
          </p:cNvSpPr>
          <p:nvPr/>
        </p:nvSpPr>
        <p:spPr>
          <a:xfrm>
            <a:off x="85726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5C6E7A-E299-1468-C982-7A3342C28DEE}"/>
                  </a:ext>
                </a:extLst>
              </p:cNvPr>
              <p:cNvSpPr txBox="1"/>
              <p:nvPr/>
            </p:nvSpPr>
            <p:spPr>
              <a:xfrm>
                <a:off x="2540000" y="1583267"/>
                <a:ext cx="8940800" cy="3318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Objective: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hybrid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CE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Focal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WeightedCE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Feedback Engine: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gradient norms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=‖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ref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 trainable reference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via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PyTorch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autograd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real time.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Safeguards: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Implements inverse ratio scaling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prior-weighted normalization, weight clipping 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0.05,0.80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Exponential Moving Average (EMA) smoothing, and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autograd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graph isolation. </a:t>
                </a:r>
              </a:p>
              <a:p>
                <a:pPr lvl="0"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Recovery: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Completely eliminated precision collapse on CSE-CIC-IDS2018, recovering overall accuracy from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62.85% to 94.58%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+31.73%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gain), Macro F1 to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0.8347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Macro Precision to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91.83%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5C6E7A-E299-1468-C982-7A3342C28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0" y="1583267"/>
                <a:ext cx="8940800" cy="3318794"/>
              </a:xfrm>
              <a:prstGeom prst="rect">
                <a:avLst/>
              </a:prstGeom>
              <a:blipFill>
                <a:blip r:embed="rId3"/>
                <a:stretch>
                  <a:fillRect l="-614" t="-1103" r="-5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33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5B47-CF77-CE08-72A9-016CD149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5B52B-E229-DB5A-77CA-022975C9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alt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Phase 2</a:t>
            </a:r>
            <a:endParaRPr lang="en-US" altLang="en-IN" sz="1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A4A9C7-F0C0-D89C-A3F5-D6BCD1F6DE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A0D15E-E430-BB5A-652D-D08E2D28E98D}"/>
              </a:ext>
            </a:extLst>
          </p:cNvPr>
          <p:cNvGrpSpPr/>
          <p:nvPr/>
        </p:nvGrpSpPr>
        <p:grpSpPr>
          <a:xfrm>
            <a:off x="-3" y="6275795"/>
            <a:ext cx="12192001" cy="582784"/>
            <a:chOff x="-3" y="6347343"/>
            <a:chExt cx="12192001" cy="62088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C684624-6EC6-EE3F-4565-5E2EE9C3C209}"/>
                </a:ext>
              </a:extLst>
            </p:cNvPr>
            <p:cNvSpPr/>
            <p:nvPr/>
          </p:nvSpPr>
          <p:spPr>
            <a:xfrm>
              <a:off x="-3" y="6347343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22" name="Google Shape;1736;p23">
              <a:extLst>
                <a:ext uri="{FF2B5EF4-FFF2-40B4-BE49-F238E27FC236}">
                  <a16:creationId xmlns:a16="http://schemas.microsoft.com/office/drawing/2014/main" id="{E48F201A-7AFB-6CB5-4D12-397A27149C49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2506CA9-FCC7-2F8E-2596-EB9D47FFFA49}"/>
              </a:ext>
            </a:extLst>
          </p:cNvPr>
          <p:cNvSpPr/>
          <p:nvPr/>
        </p:nvSpPr>
        <p:spPr>
          <a:xfrm>
            <a:off x="-3" y="1101725"/>
            <a:ext cx="2302935" cy="540067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Gantt chart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2B38B95C-7813-66C9-ABFB-57D09E617B60}"/>
              </a:ext>
            </a:extLst>
          </p:cNvPr>
          <p:cNvSpPr txBox="1">
            <a:spLocks/>
          </p:cNvSpPr>
          <p:nvPr/>
        </p:nvSpPr>
        <p:spPr>
          <a:xfrm>
            <a:off x="85726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kern="1200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BFD78-7BF9-86CC-F9C9-F01AE4142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87" y="1439333"/>
            <a:ext cx="9046215" cy="45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13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EACC-05D1-6B1A-BEBD-18164EDB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986F7-1C79-5215-7D24-959379F0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pPr algn="l"/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Gantt Chart</a:t>
            </a:r>
            <a:endParaRPr lang="en-IN" sz="3200" b="1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BA5DBD-841C-C7A0-0DAF-E50A0828E692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F05715-AECA-964B-6105-A007F7ED9D34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AB5A376F-6E3B-D585-3307-52B95F44FD5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86A6DD-1D2A-163F-643C-72B7D2E518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311CB-81AC-C497-F22C-0B874A660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732EE4-6B75-B74C-0A8B-82BE5918EAAC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z="1500" b="1" spc="-35" dirty="0">
              <a:solidFill>
                <a:schemeClr val="accent4"/>
              </a:solidFill>
              <a:latin typeface="Cambria" panose="02040503050406030204" pitchFamily="18" charset="0"/>
              <a:cs typeface="Times New Roman" panose="02020503050405090304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E0919-AFBB-71B1-5983-DC09EA46B47F}"/>
              </a:ext>
            </a:extLst>
          </p:cNvPr>
          <p:cNvSpPr txBox="1"/>
          <p:nvPr/>
        </p:nvSpPr>
        <p:spPr>
          <a:xfrm>
            <a:off x="3256546" y="1207944"/>
            <a:ext cx="8365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Georgia" panose="02040502050405020303" pitchFamily="18" charset="0"/>
              </a:rPr>
              <a:t>Proposed Time Line For the Events in Project Phase 1</a:t>
            </a:r>
            <a:endParaRPr lang="en-IN" sz="1800" dirty="0">
              <a:latin typeface="Georgia" panose="020405020504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C129F1-A140-C5F5-0C30-75630FC5D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931" y="2457306"/>
            <a:ext cx="9897561" cy="244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2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F0AC-EFF5-7484-4116-AA8AC561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2DAC-FC06-D9CC-32E0-BC7EB3D6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Reference</a:t>
            </a:r>
            <a:r>
              <a:rPr lang="en-US" altLang="en-IN" sz="1400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F4AC98-2BD3-DE1A-CEF0-39ACF85AEDD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303C0C-0507-72BC-9C37-DCBE0150A16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9B4CD02C-C76D-D17C-81F7-D48158E18211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F4C4E1-704C-2002-0678-48FB205D50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C6A29-A718-6C9F-D96F-507BA13C1211}"/>
              </a:ext>
            </a:extLst>
          </p:cNvPr>
          <p:cNvSpPr txBox="1"/>
          <p:nvPr/>
        </p:nvSpPr>
        <p:spPr>
          <a:xfrm>
            <a:off x="2302930" y="1644319"/>
            <a:ext cx="9787470" cy="466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360000" indent="-360000" algn="l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IN" sz="120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 K. Karimullah, K. K. Butt, R. Naveed, M. Tariq, and K. Javed, “A Hybrid CNN–LSTM-Based Intrusion Detection System Trained on UNSW-NB15 for Accurate Cyber Threat Detection,” Journal of Computing &amp; Biomedical Informatics, 2025, </a:t>
            </a:r>
            <a:r>
              <a:rPr lang="en-IN" sz="1200" dirty="0" err="1">
                <a:solidFill>
                  <a:schemeClr val="tx1"/>
                </a:solidFill>
              </a:rPr>
              <a:t>doi</a:t>
            </a:r>
            <a:r>
              <a:rPr lang="en-IN" sz="1200" dirty="0">
                <a:solidFill>
                  <a:schemeClr val="tx1"/>
                </a:solidFill>
              </a:rPr>
              <a:t>: 10.56979/1001/2025/1129. </a:t>
            </a:r>
            <a:endParaRPr lang="en-IN" dirty="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 Z. </a:t>
            </a:r>
            <a:r>
              <a:rPr lang="en-IN" sz="1200" dirty="0" err="1">
                <a:solidFill>
                  <a:schemeClr val="tx1"/>
                </a:solidFill>
              </a:rPr>
              <a:t>Moczkodan</a:t>
            </a:r>
            <a:r>
              <a:rPr lang="en-IN" sz="1200" dirty="0">
                <a:solidFill>
                  <a:schemeClr val="tx1"/>
                </a:solidFill>
              </a:rPr>
              <a:t> and H. Ragab, “Do Transformers Actually Help Intrusion Detection? A Temporal Sequence Evaluation on CIC-IDS2017,” </a:t>
            </a:r>
            <a:r>
              <a:rPr lang="en-IN" sz="1200" dirty="0" err="1">
                <a:solidFill>
                  <a:schemeClr val="tx1"/>
                </a:solidFill>
              </a:rPr>
              <a:t>arXiv</a:t>
            </a:r>
            <a:r>
              <a:rPr lang="en-IN" sz="1200" dirty="0">
                <a:solidFill>
                  <a:schemeClr val="tx1"/>
                </a:solidFill>
              </a:rPr>
              <a:t> preprint arXiv:2606.11098, 2026, </a:t>
            </a:r>
            <a:r>
              <a:rPr lang="en-IN" sz="1200" dirty="0" err="1">
                <a:solidFill>
                  <a:schemeClr val="tx1"/>
                </a:solidFill>
              </a:rPr>
              <a:t>doi</a:t>
            </a:r>
            <a:r>
              <a:rPr lang="en-IN" sz="1200" dirty="0">
                <a:solidFill>
                  <a:schemeClr val="tx1"/>
                </a:solidFill>
              </a:rPr>
              <a:t>: 10.48550/arXiv.2606.11098. </a:t>
            </a:r>
            <a:endParaRPr lang="en-IN" dirty="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A. Pandey, A. K. Agrawal, A. Shukla, G. Keswani, P. N. Bokoro, and P. Dubey, “From Signature to Attention: Transformer-Powered Intrusion Detection Systems for Cybersecurity,” Future Internet, vol. 18, no. 8, p. 398, 2026, </a:t>
            </a:r>
            <a:r>
              <a:rPr lang="en-IN" sz="1200" dirty="0" err="1">
                <a:solidFill>
                  <a:schemeClr val="tx1"/>
                </a:solidFill>
              </a:rPr>
              <a:t>doi</a:t>
            </a:r>
            <a:r>
              <a:rPr lang="en-IN" sz="1200" dirty="0">
                <a:solidFill>
                  <a:schemeClr val="tx1"/>
                </a:solidFill>
              </a:rPr>
              <a:t>: 10.3390/fi18080398. </a:t>
            </a:r>
            <a:endParaRPr lang="en-IN" dirty="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R. H. H. Subroto and K. Ramli, “Reinforcement Learning-Based Adaptive Threshold Optimization for Federated Sequence-to-Sequence Anomaly Detection in IoT Network Traffic,” Journal of Vocational, Informatics and Computer Education, vol. 4, no. 2, pp. 387–403, 2026, </a:t>
            </a:r>
            <a:r>
              <a:rPr lang="en-IN" sz="1200" dirty="0" err="1">
                <a:solidFill>
                  <a:schemeClr val="tx1"/>
                </a:solidFill>
              </a:rPr>
              <a:t>doi</a:t>
            </a:r>
            <a:r>
              <a:rPr lang="en-IN" sz="1200" dirty="0">
                <a:solidFill>
                  <a:schemeClr val="tx1"/>
                </a:solidFill>
              </a:rPr>
              <a:t>: 10.66053/voice.v4i2.946.</a:t>
            </a:r>
            <a:endParaRPr lang="en-IN" dirty="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C. Wu, J. Sun, J. Chen, M. Alazab, Y. Liu, and Y. Xiang, “TCG-IDS: Robust Network Intrusion Detection via Temporal Contrastive Graph Learning,” IEEE Transactions on Information Forensics and Security, vol. 20, pp. 1475–1486, 2025, </a:t>
            </a:r>
            <a:r>
              <a:rPr lang="en-IN" sz="1200" dirty="0" err="1">
                <a:solidFill>
                  <a:schemeClr val="tx1"/>
                </a:solidFill>
              </a:rPr>
              <a:t>doi</a:t>
            </a:r>
            <a:r>
              <a:rPr lang="en-IN" sz="1200" dirty="0">
                <a:solidFill>
                  <a:schemeClr val="tx1"/>
                </a:solidFill>
              </a:rPr>
              <a:t>: 10.1109/TIFS.2025.3530702. </a:t>
            </a:r>
            <a:endParaRPr lang="en-IN" dirty="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L. </a:t>
            </a:r>
            <a:r>
              <a:rPr lang="en-IN" sz="1200" dirty="0" err="1">
                <a:solidFill>
                  <a:schemeClr val="tx1"/>
                </a:solidFill>
              </a:rPr>
              <a:t>Idouglid</a:t>
            </a:r>
            <a:r>
              <a:rPr lang="en-IN" sz="1200" dirty="0">
                <a:solidFill>
                  <a:schemeClr val="tx1"/>
                </a:solidFill>
              </a:rPr>
              <a:t>, S. </a:t>
            </a:r>
            <a:r>
              <a:rPr lang="en-IN" sz="1200" dirty="0" err="1">
                <a:solidFill>
                  <a:schemeClr val="tx1"/>
                </a:solidFill>
              </a:rPr>
              <a:t>Tkatek</a:t>
            </a:r>
            <a:r>
              <a:rPr lang="en-IN" sz="1200" dirty="0">
                <a:solidFill>
                  <a:schemeClr val="tx1"/>
                </a:solidFill>
              </a:rPr>
              <a:t>, and K. </a:t>
            </a:r>
            <a:r>
              <a:rPr lang="en-IN" sz="1200" dirty="0" err="1">
                <a:solidFill>
                  <a:schemeClr val="tx1"/>
                </a:solidFill>
              </a:rPr>
              <a:t>Elfayq</a:t>
            </a:r>
            <a:r>
              <a:rPr lang="en-IN" sz="1200" dirty="0">
                <a:solidFill>
                  <a:schemeClr val="tx1"/>
                </a:solidFill>
              </a:rPr>
              <a:t>, “Performance Evaluation of Deep Learning Models for Sequence-Based Intrusion Detection,” International Journal on Electrical Engineering and Informatics, vol. 17, no. 1, 2025. </a:t>
            </a:r>
            <a:endParaRPr lang="en-IN" dirty="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Y. Kim, S. Y. Hong, S. Park, and H. K. Kim, “Reinforcement Learning-Based Generative Security Framework for Host Intrusion Detection,” IEEE Access, vol. 13, pp. 15346–15362, 2025, </a:t>
            </a:r>
            <a:r>
              <a:rPr lang="en-IN" sz="1200" dirty="0" err="1">
                <a:solidFill>
                  <a:schemeClr val="tx1"/>
                </a:solidFill>
              </a:rPr>
              <a:t>doi</a:t>
            </a:r>
            <a:r>
              <a:rPr lang="en-IN" sz="1200" dirty="0">
                <a:solidFill>
                  <a:schemeClr val="tx1"/>
                </a:solidFill>
              </a:rPr>
              <a:t>: 10.1109/ACCESS.2025.3532353. </a:t>
            </a:r>
            <a:endParaRPr lang="en-IN" dirty="0">
              <a:solidFill>
                <a:schemeClr val="tx1"/>
              </a:solidFill>
            </a:endParaRPr>
          </a:p>
          <a:p>
            <a:pPr marL="359410" indent="-35941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M. Luay, S. </a:t>
            </a:r>
            <a:r>
              <a:rPr lang="en-IN" sz="1200" dirty="0" err="1">
                <a:solidFill>
                  <a:schemeClr val="tx1"/>
                </a:solidFill>
              </a:rPr>
              <a:t>Layeghy</a:t>
            </a:r>
            <a:r>
              <a:rPr lang="en-IN" sz="1200" dirty="0">
                <a:solidFill>
                  <a:schemeClr val="tx1"/>
                </a:solidFill>
              </a:rPr>
              <a:t>, N. </a:t>
            </a:r>
            <a:r>
              <a:rPr lang="en-IN" sz="1200" dirty="0" err="1">
                <a:solidFill>
                  <a:schemeClr val="tx1"/>
                </a:solidFill>
              </a:rPr>
              <a:t>Noorbin</a:t>
            </a:r>
            <a:r>
              <a:rPr lang="en-IN" sz="1200" dirty="0">
                <a:solidFill>
                  <a:schemeClr val="tx1"/>
                </a:solidFill>
              </a:rPr>
              <a:t>, M. Sarhan, G. </a:t>
            </a:r>
            <a:r>
              <a:rPr lang="en-IN" sz="1200" dirty="0" err="1">
                <a:solidFill>
                  <a:schemeClr val="tx1"/>
                </a:solidFill>
              </a:rPr>
              <a:t>Kulatilleke</a:t>
            </a:r>
            <a:r>
              <a:rPr lang="en-IN" sz="1200" dirty="0">
                <a:solidFill>
                  <a:schemeClr val="tx1"/>
                </a:solidFill>
              </a:rPr>
              <a:t>, N. Moustafa, and M. Portmann, “Time Matters: Temporal NetFlow Features for ML-Based Network Intrusion Detection,” IEEE Access, vol. 14, pp. 66899–66913, 2026, </a:t>
            </a:r>
            <a:r>
              <a:rPr lang="en-IN" sz="1200" dirty="0" err="1">
                <a:solidFill>
                  <a:schemeClr val="tx1"/>
                </a:solidFill>
              </a:rPr>
              <a:t>doi</a:t>
            </a:r>
            <a:r>
              <a:rPr lang="en-IN" sz="1200" dirty="0">
                <a:solidFill>
                  <a:schemeClr val="tx1"/>
                </a:solidFill>
              </a:rPr>
              <a:t>: 10.1109/ACCESS.2026.3688204.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518242-B20F-923C-E74D-C05BECD301AA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  <a:endParaRPr lang="en-IN" sz="1500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69058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F135-AA7C-052F-FB22-4DEFCF80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0388D-650B-BD3F-481A-63969AE8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Reference</a:t>
            </a:r>
            <a:r>
              <a:rPr lang="en-US" altLang="en-IN" sz="1400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7D1CB3-3B0C-139D-26F6-454D612021D0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AF3905-13EB-6220-A96A-2322EA583B9D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03502CAB-D93E-5108-BC12-D008047A6D2B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697398-406D-6ABE-106B-83C4565E6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A2D870-577F-9127-326B-BCCA084F92D3}"/>
              </a:ext>
            </a:extLst>
          </p:cNvPr>
          <p:cNvSpPr txBox="1"/>
          <p:nvPr/>
        </p:nvSpPr>
        <p:spPr>
          <a:xfrm>
            <a:off x="2475650" y="1255728"/>
            <a:ext cx="9716350" cy="5068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l">
              <a:lnSpc>
                <a:spcPct val="150000"/>
              </a:lnSpc>
              <a:buClr>
                <a:schemeClr val="tx1"/>
              </a:buClr>
              <a:buSzPct val="100000"/>
            </a:pPr>
            <a:endParaRPr lang="en-US" sz="120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C. M. Nalayini, T. R. Soumya, S. D. Lalitha, and R. Tamijetchelvy, “A Novel Adaptive Transformer Based Quantum Intrusion Detection System for Software Defined Networks,” Scientific Reports, vol. 15, no. 1, p. 36505, 2025,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10.1038/s41598-025-20356-4. 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M. Shahzad, M. H. Saleh, and R. Ujjan, “An Autonomous AI-Driven Framework for Adaptive Cyber Deception with Real-Time Threat Detection and </a:t>
            </a:r>
            <a:r>
              <a:rPr lang="en-US" sz="1200" err="1">
                <a:solidFill>
                  <a:schemeClr val="tx1"/>
                </a:solidFill>
              </a:rPr>
              <a:t>Behaviour</a:t>
            </a:r>
            <a:r>
              <a:rPr lang="en-US" sz="1200">
                <a:solidFill>
                  <a:schemeClr val="tx1"/>
                </a:solidFill>
              </a:rPr>
              <a:t>-Based Attribution,” Computers, 2026. 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M. Antunes, L. Oliveira, A. Seguro, J. Veríssimo, R. Salgado, and T. Murteira, “Benchmarking Deep Learning Methods for </a:t>
            </a:r>
            <a:r>
              <a:rPr lang="en-US" sz="1200" err="1">
                <a:solidFill>
                  <a:schemeClr val="tx1"/>
                </a:solidFill>
              </a:rPr>
              <a:t>Behaviour</a:t>
            </a:r>
            <a:r>
              <a:rPr lang="en-US" sz="1200">
                <a:solidFill>
                  <a:schemeClr val="tx1"/>
                </a:solidFill>
              </a:rPr>
              <a:t>-Based Network Intrusion Detection,” Informatics, vol. 9, no. 1, p. 29, 2022,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10.3390/informatics9010029. 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Z. Sun, A. M. H. Teixeira, and S. Toor, “GNN-IDS: Graph Neural Network Based Intrusion Detection System,” in ARES 2024 – International Conference on Availability, Reliability and Security, 2024. 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W. Villegas-Ch, J. Govea, A. Maldonado Navarro, and P. Palacios Játiva, “Intrusion Detection in IoT Networks Using Dynamic Graph Modeling and Graph-Based Neural Networks,” IEEE Access, vol. 13, pp. 65356–65375, 2025,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10.1109/ACCESS.2025.3559325. 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S. M. Tripathi, H. Upadhyay, and J. Soni, “A Quantum LSTM-Based Approach to Cyber Threat Detection in Virtual Environment,” The Journal of Supercomputing, 2025. 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R. Bhatnagar, N. Innan, A. A. Jothi J., and M. Shafique, “Meta-Quantum Ensemble Framework for Robust Network Intrusion Detection,” arXiv preprint arXiv:2605.28879, 2026. 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SzPct val="100000"/>
              <a:buAutoNum type="arabicPeriod" startAt="9"/>
            </a:pPr>
            <a:r>
              <a:rPr lang="en-US" sz="1200">
                <a:solidFill>
                  <a:schemeClr val="tx1"/>
                </a:solidFill>
              </a:rPr>
              <a:t>D. Abreu, C. E. Rothenberg, and A. </a:t>
            </a:r>
            <a:r>
              <a:rPr lang="en-US" sz="1200" err="1">
                <a:solidFill>
                  <a:schemeClr val="tx1"/>
                </a:solidFill>
              </a:rPr>
              <a:t>Abelém</a:t>
            </a:r>
            <a:r>
              <a:rPr lang="en-US" sz="1200">
                <a:solidFill>
                  <a:schemeClr val="tx1"/>
                </a:solidFill>
              </a:rPr>
              <a:t>, “QML-IDS: Quantum Machine Learning Intrusion Detection System,” in 2024 IEEE Symposium on Computers and Communications (ISCC), pp. 1–6, 2024.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buClr>
                <a:schemeClr val="tx1"/>
              </a:buClr>
              <a:buSzPct val="100000"/>
              <a:buFont typeface="+mj-lt"/>
              <a:buAutoNum type="arabicPeriod" startAt="9"/>
            </a:pPr>
            <a:endParaRPr lang="en-US" sz="1200">
              <a:solidFill>
                <a:schemeClr val="tx1"/>
              </a:solidFill>
            </a:endParaRPr>
          </a:p>
          <a:p>
            <a:pPr marL="342900" indent="-342900" algn="l">
              <a:buClr>
                <a:schemeClr val="tx1"/>
              </a:buClr>
              <a:buSzPct val="100000"/>
              <a:buFont typeface="+mj-lt"/>
              <a:buAutoNum type="arabicPeriod" startAt="9"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2A82CE-1F5E-72B4-BA01-0B65BF94A267}"/>
              </a:ext>
            </a:extLst>
          </p:cNvPr>
          <p:cNvSpPr/>
          <p:nvPr/>
        </p:nvSpPr>
        <p:spPr>
          <a:xfrm>
            <a:off x="-5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  <a:endParaRPr lang="en-IN" sz="1500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4389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CF3A-B76A-A67E-C3FF-8619ACA56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B4A0-C24E-AF20-9D58-5C113016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Reference</a:t>
            </a:r>
            <a:r>
              <a:rPr lang="en-US" altLang="en-IN" sz="1400">
                <a:solidFill>
                  <a:srgbClr val="C00000"/>
                </a:solidFill>
                <a:latin typeface="Cambria" panose="02040503050406030204" pitchFamily="18" charset="0"/>
                <a:sym typeface="+mn-ea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CCA96B-FC0A-6966-83A0-1FD9D87353BF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DB03E1-6EF8-2257-9B0F-6769BC8CED6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9712ACFB-8951-9BA3-DCFB-73B6828E8DA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38DC64-A6B3-A5A0-E85C-E0378EE84F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F16ADE-9D2D-BC36-D2EC-EC30D34B5AA8}"/>
              </a:ext>
            </a:extLst>
          </p:cNvPr>
          <p:cNvSpPr txBox="1"/>
          <p:nvPr/>
        </p:nvSpPr>
        <p:spPr>
          <a:xfrm>
            <a:off x="2465490" y="1255728"/>
            <a:ext cx="9726510" cy="5068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l">
              <a:lnSpc>
                <a:spcPct val="150000"/>
              </a:lnSpc>
              <a:buClr>
                <a:schemeClr val="tx1"/>
              </a:buClr>
              <a:buSzPct val="100000"/>
            </a:pPr>
            <a:endParaRPr lang="en-US" sz="120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17. W. A. Malwi, F. Asiri, and M. S. Khan, “Quantum-Enhanced Intrusion Detection Using Quantum Circuit Born Machines for Zero-Day Attack Detection,” Computers, Materials &amp; Continua, vol. 88, no. 1, p. 36, 2026,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10.32604/cmc.2026.075326.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18. J. Reed et al., “Continual Learning for Evolving Cyber Threat Landscapes,” 2024.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19. S. Fuhrman, O. Gungor, and T. Rosing, “ACORN-IDS: Adaptive Continual Novelty Detection for Intrusion Detection Systems,” </a:t>
            </a:r>
            <a:r>
              <a:rPr lang="en-US" sz="1200" err="1">
                <a:solidFill>
                  <a:schemeClr val="tx1"/>
                </a:solidFill>
              </a:rPr>
              <a:t>arXiv</a:t>
            </a:r>
            <a:r>
              <a:rPr lang="en-US" sz="1200">
                <a:solidFill>
                  <a:schemeClr val="tx1"/>
                </a:solidFill>
              </a:rPr>
              <a:t> preprint arXiv:2602.07291, 2026. 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20. S. Prasath, K. Sethi, D. Mohanty, P. Bera, and S. R. Samantaray, “Analysis of Continual Learning Models for Intrusion Detection  System,” IEEE Access, vol. 10, pp. 121444–121464, 2022,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10.1109/ACCESS.2022.3222715.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21. H. Park, T. Kim, H. Lee, D. Shin, D. Shin, and M. Park, “A Continual Learning Process to Detect Both Previously Learned and Newly Emerging Attack,” Applied Sciences, vol. 15, no. 18, p. 10034, 2025.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22. E. D. </a:t>
            </a:r>
            <a:r>
              <a:rPr lang="en-US" sz="1200" err="1">
                <a:solidFill>
                  <a:schemeClr val="tx1"/>
                </a:solidFill>
              </a:rPr>
              <a:t>Erigha</a:t>
            </a:r>
            <a:r>
              <a:rPr lang="en-US" sz="1200">
                <a:solidFill>
                  <a:schemeClr val="tx1"/>
                </a:solidFill>
              </a:rPr>
              <a:t>, E. </a:t>
            </a:r>
            <a:r>
              <a:rPr lang="en-US" sz="1200" err="1">
                <a:solidFill>
                  <a:schemeClr val="tx1"/>
                </a:solidFill>
              </a:rPr>
              <a:t>Obuse</a:t>
            </a:r>
            <a:r>
              <a:rPr lang="en-US" sz="1200">
                <a:solidFill>
                  <a:schemeClr val="tx1"/>
                </a:solidFill>
              </a:rPr>
              <a:t>, N. </a:t>
            </a:r>
            <a:r>
              <a:rPr lang="en-US" sz="1200" err="1">
                <a:solidFill>
                  <a:schemeClr val="tx1"/>
                </a:solidFill>
              </a:rPr>
              <a:t>Ayanbode</a:t>
            </a:r>
            <a:r>
              <a:rPr lang="en-US" sz="1200">
                <a:solidFill>
                  <a:schemeClr val="tx1"/>
                </a:solidFill>
              </a:rPr>
              <a:t>, E. Cadet, and E. D. Etim, “Self-Learning Autonomous Cyber Defense Agents in AI-Empowered Security Operations,” Computer Science &amp; IT Research Journal, vol. 6, no. 8, pp. 475–505, 2025,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10.51594/csitrj.v6i8.2011.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23. Y. Hu and L. Duan, “Theory of Continual Learning Against Data Poisoning Attacks,” </a:t>
            </a:r>
            <a:r>
              <a:rPr lang="en-US" sz="1200" err="1">
                <a:solidFill>
                  <a:schemeClr val="tx1"/>
                </a:solidFill>
              </a:rPr>
              <a:t>arXiv</a:t>
            </a:r>
            <a:r>
              <a:rPr lang="en-US" sz="1200">
                <a:solidFill>
                  <a:schemeClr val="tx1"/>
                </a:solidFill>
              </a:rPr>
              <a:t> preprint arXiv:2606.29841, 2026.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en-US" sz="1200">
                <a:solidFill>
                  <a:schemeClr val="tx1"/>
                </a:solidFill>
              </a:rPr>
              <a:t>24. J. Zhao, D. Zhang, Q. He, M. Lin, and Y. Yang, “DMSTG-AD: An SDN Intrusion Detection Method Based on Dynamic Multi-Scale </a:t>
            </a:r>
            <a:r>
              <a:rPr lang="en-US" sz="1200" err="1">
                <a:solidFill>
                  <a:schemeClr val="tx1"/>
                </a:solidFill>
              </a:rPr>
              <a:t>Spatio</a:t>
            </a:r>
            <a:r>
              <a:rPr lang="en-US" sz="1200">
                <a:solidFill>
                  <a:schemeClr val="tx1"/>
                </a:solidFill>
              </a:rPr>
              <a:t>-Temporal Graph Neural Network,” Scientific Reports, vol. 16, p. 14528, 2026,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10.1038/s41598-026-44360-4.</a:t>
            </a:r>
            <a:endParaRPr lang="en-US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chemeClr val="tx1"/>
                </a:solidFill>
              </a:rPr>
              <a:t>25. J. Fu, L. Wang, J. Ke, K. Yang, and R. Yu, “TSIDS: Spatial-Temporal Fusion Gating Multilayer Perceptron for Network Intrusion Detection,” Expert Systems with Applications, vol. 263, p. 125687, 2025, </a:t>
            </a:r>
            <a:r>
              <a:rPr lang="en-US" sz="1200" err="1">
                <a:solidFill>
                  <a:schemeClr val="tx1"/>
                </a:solidFill>
              </a:rPr>
              <a:t>doi</a:t>
            </a:r>
            <a:r>
              <a:rPr lang="en-US" sz="1200">
                <a:solidFill>
                  <a:schemeClr val="tx1"/>
                </a:solidFill>
              </a:rPr>
              <a:t>: 10.1016/j.eswa.2024.125687.</a:t>
            </a:r>
          </a:p>
          <a:p>
            <a:pPr marL="342900" indent="-342900" algn="l">
              <a:buClr>
                <a:schemeClr val="tx1"/>
              </a:buClr>
              <a:buSzPct val="100000"/>
              <a:buFont typeface="+mj-lt"/>
              <a:buAutoNum type="arabicPeriod" startAt="9"/>
            </a:pPr>
            <a:endParaRPr lang="en-US" sz="1200">
              <a:solidFill>
                <a:schemeClr val="tx1"/>
              </a:solidFill>
            </a:endParaRPr>
          </a:p>
          <a:p>
            <a:pPr marL="342900" indent="-342900" algn="l">
              <a:buClr>
                <a:schemeClr val="tx1"/>
              </a:buClr>
              <a:buSzPct val="100000"/>
              <a:buFont typeface="+mj-lt"/>
              <a:buAutoNum type="arabicPeriod" startAt="9"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48D01-2C32-AAD0-4987-CCA893AEE248}"/>
              </a:ext>
            </a:extLst>
          </p:cNvPr>
          <p:cNvSpPr/>
          <p:nvPr/>
        </p:nvSpPr>
        <p:spPr>
          <a:xfrm>
            <a:off x="-3" y="1120775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/>
                <a:ea typeface="Cambria"/>
                <a:cs typeface="Times New Roman" panose="02020503050405090304"/>
              </a:rPr>
              <a:t>Problem Statement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z="1500" spc="-35" dirty="0">
                <a:solidFill>
                  <a:schemeClr val="bg1"/>
                </a:solidFill>
                <a:latin typeface="Cambria" panose="02040503050406030204" pitchFamily="18" charset="0"/>
                <a:cs typeface="Times New Roman" panose="02020503050405090304"/>
              </a:rPr>
              <a:t>Core Focus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Methodology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/>
                <a:ea typeface="Cambria"/>
              </a:rPr>
              <a:t>Evaluation</a:t>
            </a:r>
            <a:endParaRPr lang="en-IN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0 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1</a:t>
            </a:r>
          </a:p>
          <a:p>
            <a:pPr>
              <a:lnSpc>
                <a:spcPct val="200000"/>
              </a:lnSpc>
            </a:pPr>
            <a:r>
              <a:rPr lang="en-IN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2</a:t>
            </a:r>
            <a:endParaRPr lang="en-IN" sz="1500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5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05070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9e15dd-9e21-4f54-a0a5-8a85887c3b8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BE9A958B68E8489A7DE2E2C6F3B7DF" ma:contentTypeVersion="13" ma:contentTypeDescription="Create a new document." ma:contentTypeScope="" ma:versionID="f4324ab8de1be58859b0227fb608ad45">
  <xsd:schema xmlns:xsd="http://www.w3.org/2001/XMLSchema" xmlns:xs="http://www.w3.org/2001/XMLSchema" xmlns:p="http://schemas.microsoft.com/office/2006/metadata/properties" xmlns:ns3="179e15dd-9e21-4f54-a0a5-8a85887c3b82" xmlns:ns4="9c2afc65-8280-4988-a158-43a7f0214429" targetNamespace="http://schemas.microsoft.com/office/2006/metadata/properties" ma:root="true" ma:fieldsID="7bbb1a48311994f274b79154ddb95af7" ns3:_="" ns4:_="">
    <xsd:import namespace="179e15dd-9e21-4f54-a0a5-8a85887c3b82"/>
    <xsd:import namespace="9c2afc65-8280-4988-a158-43a7f02144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9e15dd-9e21-4f54-a0a5-8a85887c3b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2afc65-8280-4988-a158-43a7f021442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7775B4-5F1B-4669-80A7-0751ADC80CDC}">
  <ds:schemaRefs>
    <ds:schemaRef ds:uri="179e15dd-9e21-4f54-a0a5-8a85887c3b82"/>
    <ds:schemaRef ds:uri="9c2afc65-8280-4988-a158-43a7f021442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7F5027-5214-4D31-A8D9-E41CC235E056}">
  <ds:schemaRefs>
    <ds:schemaRef ds:uri="179e15dd-9e21-4f54-a0a5-8a85887c3b82"/>
    <ds:schemaRef ds:uri="9c2afc65-8280-4988-a158-43a7f02144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D7BE81D-BFF5-4D8D-97C2-CE307719A1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2538</Words>
  <Application>Microsoft Office PowerPoint</Application>
  <PresentationFormat>Widescreen</PresentationFormat>
  <Paragraphs>283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Cambria</vt:lpstr>
      <vt:lpstr>Cambria Math</vt:lpstr>
      <vt:lpstr>Georgia</vt:lpstr>
      <vt:lpstr>Times New Roman</vt:lpstr>
      <vt:lpstr>Office Theme</vt:lpstr>
      <vt:lpstr>Department  of  Computer Science &amp; Engineering </vt:lpstr>
      <vt:lpstr>Problem Statement</vt:lpstr>
      <vt:lpstr>Core Focus</vt:lpstr>
      <vt:lpstr>Architecture</vt:lpstr>
      <vt:lpstr>Methodology</vt:lpstr>
      <vt:lpstr>Evaluation</vt:lpstr>
      <vt:lpstr>Evaluation</vt:lpstr>
      <vt:lpstr>Phase 0</vt:lpstr>
      <vt:lpstr>Phase 0</vt:lpstr>
      <vt:lpstr>Phase 1</vt:lpstr>
      <vt:lpstr>Phase 1</vt:lpstr>
      <vt:lpstr>Phase 2</vt:lpstr>
      <vt:lpstr>Phase 2</vt:lpstr>
      <vt:lpstr>Gantt Chart</vt:lpstr>
      <vt:lpstr>Reference </vt:lpstr>
      <vt:lpstr>Reference 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Ketha Aakash-[CH.SC.U4CSE23222]</dc:creator>
  <cp:lastModifiedBy>Sai Raman</cp:lastModifiedBy>
  <cp:revision>108</cp:revision>
  <dcterms:created xsi:type="dcterms:W3CDTF">2026-02-28T05:56:54Z</dcterms:created>
  <dcterms:modified xsi:type="dcterms:W3CDTF">2026-09-30T04:14:05Z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0x01010059BE9A958B68E8489A7DE2E2C6F3B7DF</vt:lpwstr>
  </property>
</Properties>
</file>